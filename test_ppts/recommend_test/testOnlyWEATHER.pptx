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72" r:id="rId1"/>
  </p:sldMasterIdLst>
  <p:sldIdLst>
    <p:sldId id="256" r:id="rId2"/>
    <p:sldId id="257" r:id="rId3"/>
    <p:sldId id="259" r:id="rId4"/>
    <p:sldId id="260" r:id="rId5"/>
    <p:sldId id="261" r:id="rId6"/>
    <p:sldId id="262" r:id="rId7"/>
    <p:sldId id="263" r:id="rId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nstantia" panose="02030602050306030303" pitchFamily="18"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onstantia" panose="02030602050306030303" pitchFamily="18"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onstantia" panose="02030602050306030303" pitchFamily="18"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onstantia" panose="02030602050306030303" pitchFamily="18"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onstantia" panose="02030602050306030303"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Constantia" panose="02030602050306030303"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Constantia" panose="02030602050306030303"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Constantia" panose="02030602050306030303"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Constantia" panose="02030602050306030303"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159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2" name="Date Placeholder 29">
            <a:extLst>
              <a:ext uri="{FF2B5EF4-FFF2-40B4-BE49-F238E27FC236}">
                <a16:creationId xmlns:a16="http://schemas.microsoft.com/office/drawing/2014/main" id="{66B3A69F-5209-35CD-010A-C58556DFB22C}"/>
              </a:ext>
            </a:extLst>
          </p:cNvPr>
          <p:cNvSpPr>
            <a:spLocks noGrp="1"/>
          </p:cNvSpPr>
          <p:nvPr>
            <p:ph type="dt" sz="half" idx="10"/>
          </p:nvPr>
        </p:nvSpPr>
        <p:spPr/>
        <p:txBody>
          <a:bodyPr/>
          <a:lstStyle>
            <a:lvl1pPr>
              <a:defRPr/>
            </a:lvl1pPr>
          </a:lstStyle>
          <a:p>
            <a:pPr>
              <a:defRPr/>
            </a:pPr>
            <a:fld id="{F01BA7BA-54BA-384D-B3B9-D8683CF740E6}" type="datetimeFigureOut">
              <a:rPr lang="en-US"/>
              <a:pPr>
                <a:defRPr/>
              </a:pPr>
              <a:t>7/30/25</a:t>
            </a:fld>
            <a:endParaRPr lang="en-US"/>
          </a:p>
        </p:txBody>
      </p:sp>
      <p:sp>
        <p:nvSpPr>
          <p:cNvPr id="3" name="Footer Placeholder 18">
            <a:extLst>
              <a:ext uri="{FF2B5EF4-FFF2-40B4-BE49-F238E27FC236}">
                <a16:creationId xmlns:a16="http://schemas.microsoft.com/office/drawing/2014/main" id="{A6FCDA53-04EA-58A0-698D-8F354168867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6">
            <a:extLst>
              <a:ext uri="{FF2B5EF4-FFF2-40B4-BE49-F238E27FC236}">
                <a16:creationId xmlns:a16="http://schemas.microsoft.com/office/drawing/2014/main" id="{A9734322-E72A-EF1C-6916-C3C80EAF4F3F}"/>
              </a:ext>
            </a:extLst>
          </p:cNvPr>
          <p:cNvSpPr>
            <a:spLocks noGrp="1"/>
          </p:cNvSpPr>
          <p:nvPr>
            <p:ph type="sldNum" sz="quarter" idx="12"/>
          </p:nvPr>
        </p:nvSpPr>
        <p:spPr/>
        <p:txBody>
          <a:bodyPr/>
          <a:lstStyle>
            <a:lvl1pPr>
              <a:defRPr>
                <a:solidFill>
                  <a:srgbClr val="D1EAEE"/>
                </a:solidFill>
              </a:defRPr>
            </a:lvl1pPr>
          </a:lstStyle>
          <a:p>
            <a:fld id="{9E077855-9692-7F49-A01B-520099C08D2D}" type="slidenum">
              <a:rPr lang="en-US" altLang="en-US"/>
              <a:pPr/>
              <a:t>‹#›</a:t>
            </a:fld>
            <a:endParaRPr lang="en-US" altLang="en-US"/>
          </a:p>
        </p:txBody>
      </p:sp>
    </p:spTree>
    <p:extLst>
      <p:ext uri="{BB962C8B-B14F-4D97-AF65-F5344CB8AC3E}">
        <p14:creationId xmlns:p14="http://schemas.microsoft.com/office/powerpoint/2010/main" val="3630168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7C481B02-6409-0790-82BC-0AAA0408D8E0}"/>
              </a:ext>
            </a:extLst>
          </p:cNvPr>
          <p:cNvSpPr>
            <a:spLocks noGrp="1"/>
          </p:cNvSpPr>
          <p:nvPr>
            <p:ph type="dt" sz="half" idx="10"/>
          </p:nvPr>
        </p:nvSpPr>
        <p:spPr/>
        <p:txBody>
          <a:bodyPr/>
          <a:lstStyle>
            <a:lvl1pPr>
              <a:defRPr/>
            </a:lvl1pPr>
          </a:lstStyle>
          <a:p>
            <a:pPr>
              <a:defRPr/>
            </a:pPr>
            <a:fld id="{C63FFC9E-808D-5049-8A21-158989B29706}" type="datetimeFigureOut">
              <a:rPr lang="en-US"/>
              <a:pPr>
                <a:defRPr/>
              </a:pPr>
              <a:t>7/30/25</a:t>
            </a:fld>
            <a:endParaRPr lang="en-US"/>
          </a:p>
        </p:txBody>
      </p:sp>
      <p:sp>
        <p:nvSpPr>
          <p:cNvPr id="5" name="Footer Placeholder 21">
            <a:extLst>
              <a:ext uri="{FF2B5EF4-FFF2-40B4-BE49-F238E27FC236}">
                <a16:creationId xmlns:a16="http://schemas.microsoft.com/office/drawing/2014/main" id="{1247620F-C541-0767-4FDB-76119FE1D09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2A4E27AB-292D-8E5B-7630-A028F35EF61F}"/>
              </a:ext>
            </a:extLst>
          </p:cNvPr>
          <p:cNvSpPr>
            <a:spLocks noGrp="1"/>
          </p:cNvSpPr>
          <p:nvPr>
            <p:ph type="sldNum" sz="quarter" idx="12"/>
          </p:nvPr>
        </p:nvSpPr>
        <p:spPr/>
        <p:txBody>
          <a:bodyPr/>
          <a:lstStyle>
            <a:lvl1pPr>
              <a:defRPr/>
            </a:lvl1pPr>
          </a:lstStyle>
          <a:p>
            <a:fld id="{8B7C3CEB-0B9C-EE47-996A-E1D300EEC460}" type="slidenum">
              <a:rPr lang="en-US" altLang="en-US"/>
              <a:pPr/>
              <a:t>‹#›</a:t>
            </a:fld>
            <a:endParaRPr lang="en-US" altLang="en-US"/>
          </a:p>
        </p:txBody>
      </p:sp>
    </p:spTree>
    <p:extLst>
      <p:ext uri="{BB962C8B-B14F-4D97-AF65-F5344CB8AC3E}">
        <p14:creationId xmlns:p14="http://schemas.microsoft.com/office/powerpoint/2010/main" val="383768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831780D5-2127-B401-1540-FC595B76C967}"/>
              </a:ext>
            </a:extLst>
          </p:cNvPr>
          <p:cNvSpPr>
            <a:spLocks noGrp="1"/>
          </p:cNvSpPr>
          <p:nvPr>
            <p:ph type="dt" sz="half" idx="10"/>
          </p:nvPr>
        </p:nvSpPr>
        <p:spPr/>
        <p:txBody>
          <a:bodyPr/>
          <a:lstStyle>
            <a:lvl1pPr>
              <a:defRPr/>
            </a:lvl1pPr>
          </a:lstStyle>
          <a:p>
            <a:pPr>
              <a:defRPr/>
            </a:pPr>
            <a:fld id="{0E1B0C45-2477-9349-A6F2-AEF30F53D46D}" type="datetimeFigureOut">
              <a:rPr lang="en-US"/>
              <a:pPr>
                <a:defRPr/>
              </a:pPr>
              <a:t>7/30/25</a:t>
            </a:fld>
            <a:endParaRPr lang="en-US"/>
          </a:p>
        </p:txBody>
      </p:sp>
      <p:sp>
        <p:nvSpPr>
          <p:cNvPr id="5" name="Footer Placeholder 4">
            <a:extLst>
              <a:ext uri="{FF2B5EF4-FFF2-40B4-BE49-F238E27FC236}">
                <a16:creationId xmlns:a16="http://schemas.microsoft.com/office/drawing/2014/main" id="{9463552D-B664-9406-B8ED-6D0387E599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37C0E8-F993-BF36-0EF7-1B665B500411}"/>
              </a:ext>
            </a:extLst>
          </p:cNvPr>
          <p:cNvSpPr>
            <a:spLocks noGrp="1"/>
          </p:cNvSpPr>
          <p:nvPr>
            <p:ph type="sldNum" sz="quarter" idx="12"/>
          </p:nvPr>
        </p:nvSpPr>
        <p:spPr/>
        <p:txBody>
          <a:bodyPr/>
          <a:lstStyle>
            <a:lvl1pPr>
              <a:defRPr>
                <a:solidFill>
                  <a:srgbClr val="D1EAEE"/>
                </a:solidFill>
              </a:defRPr>
            </a:lvl1pPr>
          </a:lstStyle>
          <a:p>
            <a:fld id="{27651BE2-1462-B643-B164-D30454D5C24F}" type="slidenum">
              <a:rPr lang="en-US" altLang="en-US"/>
              <a:pPr/>
              <a:t>‹#›</a:t>
            </a:fld>
            <a:endParaRPr lang="en-US" altLang="en-US"/>
          </a:p>
        </p:txBody>
      </p:sp>
    </p:spTree>
    <p:extLst>
      <p:ext uri="{BB962C8B-B14F-4D97-AF65-F5344CB8AC3E}">
        <p14:creationId xmlns:p14="http://schemas.microsoft.com/office/powerpoint/2010/main" val="143944871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9D782644-4899-50DE-7974-559492181454}"/>
              </a:ext>
            </a:extLst>
          </p:cNvPr>
          <p:cNvSpPr>
            <a:spLocks noGrp="1"/>
          </p:cNvSpPr>
          <p:nvPr>
            <p:ph type="dt" sz="half" idx="10"/>
          </p:nvPr>
        </p:nvSpPr>
        <p:spPr/>
        <p:txBody>
          <a:bodyPr/>
          <a:lstStyle>
            <a:lvl1pPr>
              <a:defRPr/>
            </a:lvl1pPr>
          </a:lstStyle>
          <a:p>
            <a:pPr>
              <a:defRPr/>
            </a:pPr>
            <a:fld id="{6DCFD183-0E5B-5349-A410-CB02D316E7A5}" type="datetimeFigureOut">
              <a:rPr lang="en-US"/>
              <a:pPr>
                <a:defRPr/>
              </a:pPr>
              <a:t>7/30/25</a:t>
            </a:fld>
            <a:endParaRPr lang="en-US"/>
          </a:p>
        </p:txBody>
      </p:sp>
      <p:sp>
        <p:nvSpPr>
          <p:cNvPr id="6" name="Footer Placeholder 21">
            <a:extLst>
              <a:ext uri="{FF2B5EF4-FFF2-40B4-BE49-F238E27FC236}">
                <a16:creationId xmlns:a16="http://schemas.microsoft.com/office/drawing/2014/main" id="{545B04E0-D7D9-C7EB-67F8-D9C5223827E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9496D252-B117-0986-2105-F96D27C7FF08}"/>
              </a:ext>
            </a:extLst>
          </p:cNvPr>
          <p:cNvSpPr>
            <a:spLocks noGrp="1"/>
          </p:cNvSpPr>
          <p:nvPr>
            <p:ph type="sldNum" sz="quarter" idx="12"/>
          </p:nvPr>
        </p:nvSpPr>
        <p:spPr/>
        <p:txBody>
          <a:bodyPr/>
          <a:lstStyle>
            <a:lvl1pPr>
              <a:defRPr/>
            </a:lvl1pPr>
          </a:lstStyle>
          <a:p>
            <a:fld id="{5E487FDD-4EBB-A54B-8C56-C5A42DA4D1A1}" type="slidenum">
              <a:rPr lang="en-US" altLang="en-US"/>
              <a:pPr/>
              <a:t>‹#›</a:t>
            </a:fld>
            <a:endParaRPr lang="en-US" altLang="en-US"/>
          </a:p>
        </p:txBody>
      </p:sp>
    </p:spTree>
    <p:extLst>
      <p:ext uri="{BB962C8B-B14F-4D97-AF65-F5344CB8AC3E}">
        <p14:creationId xmlns:p14="http://schemas.microsoft.com/office/powerpoint/2010/main" val="424700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a:extLst>
              <a:ext uri="{FF2B5EF4-FFF2-40B4-BE49-F238E27FC236}">
                <a16:creationId xmlns:a16="http://schemas.microsoft.com/office/drawing/2014/main" id="{7693DBFF-8AD3-951A-F4A4-DD8B114D34A3}"/>
              </a:ext>
            </a:extLst>
          </p:cNvPr>
          <p:cNvSpPr>
            <a:spLocks noGrp="1"/>
          </p:cNvSpPr>
          <p:nvPr>
            <p:ph type="dt" sz="half" idx="10"/>
          </p:nvPr>
        </p:nvSpPr>
        <p:spPr/>
        <p:txBody>
          <a:bodyPr/>
          <a:lstStyle>
            <a:lvl1pPr>
              <a:defRPr/>
            </a:lvl1pPr>
          </a:lstStyle>
          <a:p>
            <a:pPr>
              <a:defRPr/>
            </a:pPr>
            <a:fld id="{AAA13AC2-F09D-4A46-BF99-05FFCEBE88C6}" type="datetimeFigureOut">
              <a:rPr lang="en-US"/>
              <a:pPr>
                <a:defRPr/>
              </a:pPr>
              <a:t>7/30/25</a:t>
            </a:fld>
            <a:endParaRPr lang="en-US"/>
          </a:p>
        </p:txBody>
      </p:sp>
      <p:sp>
        <p:nvSpPr>
          <p:cNvPr id="8" name="Footer Placeholder 21">
            <a:extLst>
              <a:ext uri="{FF2B5EF4-FFF2-40B4-BE49-F238E27FC236}">
                <a16:creationId xmlns:a16="http://schemas.microsoft.com/office/drawing/2014/main" id="{4AD08C6D-66D7-89DA-F6CD-154193C2DEFB}"/>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id="{88159CE0-F19F-7CC0-A9DF-492DD02A2CAB}"/>
              </a:ext>
            </a:extLst>
          </p:cNvPr>
          <p:cNvSpPr>
            <a:spLocks noGrp="1"/>
          </p:cNvSpPr>
          <p:nvPr>
            <p:ph type="sldNum" sz="quarter" idx="12"/>
          </p:nvPr>
        </p:nvSpPr>
        <p:spPr/>
        <p:txBody>
          <a:bodyPr/>
          <a:lstStyle>
            <a:lvl1pPr>
              <a:defRPr/>
            </a:lvl1pPr>
          </a:lstStyle>
          <a:p>
            <a:fld id="{6FB5D47B-6C21-9F4E-9257-676ADB8C6FA0}" type="slidenum">
              <a:rPr lang="en-US" altLang="en-US"/>
              <a:pPr/>
              <a:t>‹#›</a:t>
            </a:fld>
            <a:endParaRPr lang="en-US" altLang="en-US"/>
          </a:p>
        </p:txBody>
      </p:sp>
    </p:spTree>
    <p:extLst>
      <p:ext uri="{BB962C8B-B14F-4D97-AF65-F5344CB8AC3E}">
        <p14:creationId xmlns:p14="http://schemas.microsoft.com/office/powerpoint/2010/main" val="1864876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a16="http://schemas.microsoft.com/office/drawing/2014/main" id="{3AA44DC2-EA07-7757-1518-53077AF93FAE}"/>
              </a:ext>
            </a:extLst>
          </p:cNvPr>
          <p:cNvSpPr>
            <a:spLocks noGrp="1"/>
          </p:cNvSpPr>
          <p:nvPr>
            <p:ph type="dt" sz="half" idx="10"/>
          </p:nvPr>
        </p:nvSpPr>
        <p:spPr/>
        <p:txBody>
          <a:bodyPr/>
          <a:lstStyle>
            <a:lvl1pPr>
              <a:defRPr/>
            </a:lvl1pPr>
          </a:lstStyle>
          <a:p>
            <a:pPr>
              <a:defRPr/>
            </a:pPr>
            <a:fld id="{C1962093-8B2F-CB40-AC9B-C2076F1C5707}" type="datetimeFigureOut">
              <a:rPr lang="en-US"/>
              <a:pPr>
                <a:defRPr/>
              </a:pPr>
              <a:t>7/30/25</a:t>
            </a:fld>
            <a:endParaRPr lang="en-US"/>
          </a:p>
        </p:txBody>
      </p:sp>
      <p:sp>
        <p:nvSpPr>
          <p:cNvPr id="4" name="Footer Placeholder 21">
            <a:extLst>
              <a:ext uri="{FF2B5EF4-FFF2-40B4-BE49-F238E27FC236}">
                <a16:creationId xmlns:a16="http://schemas.microsoft.com/office/drawing/2014/main" id="{49EFE288-C6F2-DFA0-57AD-E85E97030BD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CA2B4ED2-77ED-CF4C-1B6A-E11C20466DF7}"/>
              </a:ext>
            </a:extLst>
          </p:cNvPr>
          <p:cNvSpPr>
            <a:spLocks noGrp="1"/>
          </p:cNvSpPr>
          <p:nvPr>
            <p:ph type="sldNum" sz="quarter" idx="12"/>
          </p:nvPr>
        </p:nvSpPr>
        <p:spPr/>
        <p:txBody>
          <a:bodyPr/>
          <a:lstStyle>
            <a:lvl1pPr>
              <a:defRPr/>
            </a:lvl1pPr>
          </a:lstStyle>
          <a:p>
            <a:fld id="{A3FED8B8-8D77-604E-BFBE-8D94A22E4BA3}" type="slidenum">
              <a:rPr lang="en-US" altLang="en-US"/>
              <a:pPr/>
              <a:t>‹#›</a:t>
            </a:fld>
            <a:endParaRPr lang="en-US" altLang="en-US"/>
          </a:p>
        </p:txBody>
      </p:sp>
    </p:spTree>
    <p:extLst>
      <p:ext uri="{BB962C8B-B14F-4D97-AF65-F5344CB8AC3E}">
        <p14:creationId xmlns:p14="http://schemas.microsoft.com/office/powerpoint/2010/main" val="502364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958BA20B-12DA-5321-6EE3-FB46E2096648}"/>
              </a:ext>
            </a:extLst>
          </p:cNvPr>
          <p:cNvSpPr>
            <a:spLocks noGrp="1"/>
          </p:cNvSpPr>
          <p:nvPr>
            <p:ph type="dt" sz="half" idx="10"/>
          </p:nvPr>
        </p:nvSpPr>
        <p:spPr/>
        <p:txBody>
          <a:bodyPr/>
          <a:lstStyle>
            <a:lvl1pPr>
              <a:defRPr/>
            </a:lvl1pPr>
          </a:lstStyle>
          <a:p>
            <a:pPr>
              <a:defRPr/>
            </a:pPr>
            <a:fld id="{146DF24A-E53C-F44C-8CBA-4B90FA6EFE75}" type="datetimeFigureOut">
              <a:rPr lang="en-US"/>
              <a:pPr>
                <a:defRPr/>
              </a:pPr>
              <a:t>7/30/25</a:t>
            </a:fld>
            <a:endParaRPr lang="en-US"/>
          </a:p>
        </p:txBody>
      </p:sp>
      <p:sp>
        <p:nvSpPr>
          <p:cNvPr id="3" name="Footer Placeholder 21">
            <a:extLst>
              <a:ext uri="{FF2B5EF4-FFF2-40B4-BE49-F238E27FC236}">
                <a16:creationId xmlns:a16="http://schemas.microsoft.com/office/drawing/2014/main" id="{EE710C24-6F8C-3C49-481B-D9379E0997B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96123A32-D597-00FA-D9C9-9E2A1601F1A9}"/>
              </a:ext>
            </a:extLst>
          </p:cNvPr>
          <p:cNvSpPr>
            <a:spLocks noGrp="1"/>
          </p:cNvSpPr>
          <p:nvPr>
            <p:ph type="sldNum" sz="quarter" idx="12"/>
          </p:nvPr>
        </p:nvSpPr>
        <p:spPr/>
        <p:txBody>
          <a:bodyPr/>
          <a:lstStyle>
            <a:lvl1pPr>
              <a:defRPr/>
            </a:lvl1pPr>
          </a:lstStyle>
          <a:p>
            <a:fld id="{590279A8-327F-1C48-8369-6560D4DC70E6}" type="slidenum">
              <a:rPr lang="en-US" altLang="en-US"/>
              <a:pPr/>
              <a:t>‹#›</a:t>
            </a:fld>
            <a:endParaRPr lang="en-US" altLang="en-US"/>
          </a:p>
        </p:txBody>
      </p:sp>
    </p:spTree>
    <p:extLst>
      <p:ext uri="{BB962C8B-B14F-4D97-AF65-F5344CB8AC3E}">
        <p14:creationId xmlns:p14="http://schemas.microsoft.com/office/powerpoint/2010/main" val="3879085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C8C62DC6-31A2-98D1-ED1E-AA5F8B4A1E7B}"/>
              </a:ext>
            </a:extLst>
          </p:cNvPr>
          <p:cNvSpPr>
            <a:spLocks noGrp="1"/>
          </p:cNvSpPr>
          <p:nvPr>
            <p:ph type="dt" sz="half" idx="10"/>
          </p:nvPr>
        </p:nvSpPr>
        <p:spPr/>
        <p:txBody>
          <a:bodyPr/>
          <a:lstStyle>
            <a:lvl1pPr>
              <a:defRPr/>
            </a:lvl1pPr>
          </a:lstStyle>
          <a:p>
            <a:pPr>
              <a:defRPr/>
            </a:pPr>
            <a:fld id="{BCDC7E3E-0DAB-D744-A620-D569EC468F88}" type="datetimeFigureOut">
              <a:rPr lang="en-US"/>
              <a:pPr>
                <a:defRPr/>
              </a:pPr>
              <a:t>7/30/25</a:t>
            </a:fld>
            <a:endParaRPr lang="en-US"/>
          </a:p>
        </p:txBody>
      </p:sp>
      <p:sp>
        <p:nvSpPr>
          <p:cNvPr id="6" name="Footer Placeholder 21">
            <a:extLst>
              <a:ext uri="{FF2B5EF4-FFF2-40B4-BE49-F238E27FC236}">
                <a16:creationId xmlns:a16="http://schemas.microsoft.com/office/drawing/2014/main" id="{59E80C10-51A2-FE90-E308-7108D029128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7973838B-1AB5-4EA7-C8AB-97AB1414737F}"/>
              </a:ext>
            </a:extLst>
          </p:cNvPr>
          <p:cNvSpPr>
            <a:spLocks noGrp="1"/>
          </p:cNvSpPr>
          <p:nvPr>
            <p:ph type="sldNum" sz="quarter" idx="12"/>
          </p:nvPr>
        </p:nvSpPr>
        <p:spPr/>
        <p:txBody>
          <a:bodyPr/>
          <a:lstStyle>
            <a:lvl1pPr>
              <a:defRPr/>
            </a:lvl1pPr>
          </a:lstStyle>
          <a:p>
            <a:fld id="{2C9B76C8-9F4A-5A4F-83C0-AEF00EC61E59}" type="slidenum">
              <a:rPr lang="en-US" altLang="en-US"/>
              <a:pPr/>
              <a:t>‹#›</a:t>
            </a:fld>
            <a:endParaRPr lang="en-US" altLang="en-US"/>
          </a:p>
        </p:txBody>
      </p:sp>
    </p:spTree>
    <p:extLst>
      <p:ext uri="{BB962C8B-B14F-4D97-AF65-F5344CB8AC3E}">
        <p14:creationId xmlns:p14="http://schemas.microsoft.com/office/powerpoint/2010/main" val="94791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a:extLst>
              <a:ext uri="{FF2B5EF4-FFF2-40B4-BE49-F238E27FC236}">
                <a16:creationId xmlns:a16="http://schemas.microsoft.com/office/drawing/2014/main" id="{AEE943DA-8BA1-B954-17D8-383BABD80E1E}"/>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5">
            <a:extLst>
              <a:ext uri="{FF2B5EF4-FFF2-40B4-BE49-F238E27FC236}">
                <a16:creationId xmlns:a16="http://schemas.microsoft.com/office/drawing/2014/main" id="{0B0707DA-BF4A-A61E-6BE8-D63F33C88BBF}"/>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6">
            <a:extLst>
              <a:ext uri="{FF2B5EF4-FFF2-40B4-BE49-F238E27FC236}">
                <a16:creationId xmlns:a16="http://schemas.microsoft.com/office/drawing/2014/main" id="{F45ABADA-F717-BF33-A56F-96793AACB468}"/>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a:extLst>
              <a:ext uri="{FF2B5EF4-FFF2-40B4-BE49-F238E27FC236}">
                <a16:creationId xmlns:a16="http://schemas.microsoft.com/office/drawing/2014/main" id="{BDB8B130-C5B9-DF29-0EF9-3483FF7F0358}"/>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a:extLst>
              <a:ext uri="{FF2B5EF4-FFF2-40B4-BE49-F238E27FC236}">
                <a16:creationId xmlns:a16="http://schemas.microsoft.com/office/drawing/2014/main" id="{5B3DDD5C-2C58-7C3D-375D-D3A15CDEA940}"/>
              </a:ext>
            </a:extLst>
          </p:cNvPr>
          <p:cNvSpPr>
            <a:spLocks noGrp="1"/>
          </p:cNvSpPr>
          <p:nvPr>
            <p:ph type="dt" sz="half" idx="10"/>
          </p:nvPr>
        </p:nvSpPr>
        <p:spPr/>
        <p:txBody>
          <a:bodyPr/>
          <a:lstStyle>
            <a:lvl1pPr>
              <a:defRPr/>
            </a:lvl1pPr>
          </a:lstStyle>
          <a:p>
            <a:pPr>
              <a:defRPr/>
            </a:pPr>
            <a:fld id="{C2E8DD30-6720-244C-AC46-320B24B23BF9}" type="datetimeFigureOut">
              <a:rPr lang="en-US"/>
              <a:pPr>
                <a:defRPr/>
              </a:pPr>
              <a:t>7/30/25</a:t>
            </a:fld>
            <a:endParaRPr lang="en-US"/>
          </a:p>
        </p:txBody>
      </p:sp>
      <p:sp>
        <p:nvSpPr>
          <p:cNvPr id="10" name="Footer Placeholder 5">
            <a:extLst>
              <a:ext uri="{FF2B5EF4-FFF2-40B4-BE49-F238E27FC236}">
                <a16:creationId xmlns:a16="http://schemas.microsoft.com/office/drawing/2014/main" id="{B89E6BC6-5E80-7ED5-37D8-785A5A4943D9}"/>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BCDD6284-23C7-EB94-4979-E4D5A4ECA8A9}"/>
              </a:ext>
            </a:extLst>
          </p:cNvPr>
          <p:cNvSpPr>
            <a:spLocks noGrp="1"/>
          </p:cNvSpPr>
          <p:nvPr>
            <p:ph type="sldNum" sz="quarter" idx="12"/>
          </p:nvPr>
        </p:nvSpPr>
        <p:spPr>
          <a:xfrm>
            <a:off x="8077200" y="6356350"/>
            <a:ext cx="609600" cy="365125"/>
          </a:xfrm>
        </p:spPr>
        <p:txBody>
          <a:bodyPr/>
          <a:lstStyle>
            <a:lvl1pPr>
              <a:defRPr/>
            </a:lvl1pPr>
          </a:lstStyle>
          <a:p>
            <a:fld id="{1C214235-1580-4E46-BC03-2C91C64C7E8D}" type="slidenum">
              <a:rPr lang="en-US" altLang="en-US"/>
              <a:pPr/>
              <a:t>‹#›</a:t>
            </a:fld>
            <a:endParaRPr lang="en-US" altLang="en-US"/>
          </a:p>
        </p:txBody>
      </p:sp>
    </p:spTree>
    <p:extLst>
      <p:ext uri="{BB962C8B-B14F-4D97-AF65-F5344CB8AC3E}">
        <p14:creationId xmlns:p14="http://schemas.microsoft.com/office/powerpoint/2010/main" val="398809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4B22BB57-62A7-B5CB-45B2-FD2863E2021F}"/>
              </a:ext>
            </a:extLst>
          </p:cNvPr>
          <p:cNvSpPr>
            <a:spLocks noGrp="1"/>
          </p:cNvSpPr>
          <p:nvPr>
            <p:ph type="dt" sz="half" idx="10"/>
          </p:nvPr>
        </p:nvSpPr>
        <p:spPr/>
        <p:txBody>
          <a:bodyPr/>
          <a:lstStyle>
            <a:lvl1pPr>
              <a:defRPr/>
            </a:lvl1pPr>
          </a:lstStyle>
          <a:p>
            <a:pPr>
              <a:defRPr/>
            </a:pPr>
            <a:fld id="{B2E87EE3-BA59-6C43-A60A-970A792698FC}" type="datetimeFigureOut">
              <a:rPr lang="en-US"/>
              <a:pPr>
                <a:defRPr/>
              </a:pPr>
              <a:t>7/30/25</a:t>
            </a:fld>
            <a:endParaRPr lang="en-US"/>
          </a:p>
        </p:txBody>
      </p:sp>
      <p:sp>
        <p:nvSpPr>
          <p:cNvPr id="5" name="Footer Placeholder 21">
            <a:extLst>
              <a:ext uri="{FF2B5EF4-FFF2-40B4-BE49-F238E27FC236}">
                <a16:creationId xmlns:a16="http://schemas.microsoft.com/office/drawing/2014/main" id="{F3EFA5FA-3751-CB5A-F4FF-D57373310D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474D23F6-BA9D-7722-AC53-011FE80286DA}"/>
              </a:ext>
            </a:extLst>
          </p:cNvPr>
          <p:cNvSpPr>
            <a:spLocks noGrp="1"/>
          </p:cNvSpPr>
          <p:nvPr>
            <p:ph type="sldNum" sz="quarter" idx="12"/>
          </p:nvPr>
        </p:nvSpPr>
        <p:spPr/>
        <p:txBody>
          <a:bodyPr/>
          <a:lstStyle>
            <a:lvl1pPr>
              <a:defRPr/>
            </a:lvl1pPr>
          </a:lstStyle>
          <a:p>
            <a:fld id="{073A567A-6916-4248-86D0-CACDE41C77F1}" type="slidenum">
              <a:rPr lang="en-US" altLang="en-US"/>
              <a:pPr/>
              <a:t>‹#›</a:t>
            </a:fld>
            <a:endParaRPr lang="en-US" altLang="en-US"/>
          </a:p>
        </p:txBody>
      </p:sp>
    </p:spTree>
    <p:extLst>
      <p:ext uri="{BB962C8B-B14F-4D97-AF65-F5344CB8AC3E}">
        <p14:creationId xmlns:p14="http://schemas.microsoft.com/office/powerpoint/2010/main" val="1281436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6AEF66F0-9CB2-6B90-8D6F-ACBCD6C81A28}"/>
              </a:ext>
            </a:extLst>
          </p:cNvPr>
          <p:cNvSpPr>
            <a:spLocks noGrp="1"/>
          </p:cNvSpPr>
          <p:nvPr>
            <p:ph type="dt" sz="half" idx="10"/>
          </p:nvPr>
        </p:nvSpPr>
        <p:spPr/>
        <p:txBody>
          <a:bodyPr/>
          <a:lstStyle>
            <a:lvl1pPr>
              <a:defRPr/>
            </a:lvl1pPr>
          </a:lstStyle>
          <a:p>
            <a:pPr>
              <a:defRPr/>
            </a:pPr>
            <a:fld id="{B04FEB42-BEC8-AA4C-B380-305565D94398}" type="datetimeFigureOut">
              <a:rPr lang="en-US"/>
              <a:pPr>
                <a:defRPr/>
              </a:pPr>
              <a:t>7/30/25</a:t>
            </a:fld>
            <a:endParaRPr lang="en-US"/>
          </a:p>
        </p:txBody>
      </p:sp>
      <p:sp>
        <p:nvSpPr>
          <p:cNvPr id="5" name="Footer Placeholder 21">
            <a:extLst>
              <a:ext uri="{FF2B5EF4-FFF2-40B4-BE49-F238E27FC236}">
                <a16:creationId xmlns:a16="http://schemas.microsoft.com/office/drawing/2014/main" id="{686CB67C-7E90-5ED4-F4A7-6B041499A74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9FBE8494-EEB4-600B-D213-65E87E673DF9}"/>
              </a:ext>
            </a:extLst>
          </p:cNvPr>
          <p:cNvSpPr>
            <a:spLocks noGrp="1"/>
          </p:cNvSpPr>
          <p:nvPr>
            <p:ph type="sldNum" sz="quarter" idx="12"/>
          </p:nvPr>
        </p:nvSpPr>
        <p:spPr/>
        <p:txBody>
          <a:bodyPr/>
          <a:lstStyle>
            <a:lvl1pPr>
              <a:defRPr/>
            </a:lvl1pPr>
          </a:lstStyle>
          <a:p>
            <a:fld id="{2838F1B8-1646-E046-BC90-99C7D78FAB6E}" type="slidenum">
              <a:rPr lang="en-US" altLang="en-US"/>
              <a:pPr/>
              <a:t>‹#›</a:t>
            </a:fld>
            <a:endParaRPr lang="en-US" altLang="en-US"/>
          </a:p>
        </p:txBody>
      </p:sp>
    </p:spTree>
    <p:extLst>
      <p:ext uri="{BB962C8B-B14F-4D97-AF65-F5344CB8AC3E}">
        <p14:creationId xmlns:p14="http://schemas.microsoft.com/office/powerpoint/2010/main" val="4020458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D67E9B2-E995-11C8-CD80-30A9577D2718}"/>
              </a:ext>
            </a:extLst>
          </p:cNvPr>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8" name="Freeform 7">
            <a:extLst>
              <a:ext uri="{FF2B5EF4-FFF2-40B4-BE49-F238E27FC236}">
                <a16:creationId xmlns:a16="http://schemas.microsoft.com/office/drawing/2014/main" id="{9ADCCF85-B7DC-1108-BA3F-B1BE90189AA5}"/>
              </a:ext>
            </a:extLst>
          </p:cNvPr>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028" name="Title Placeholder 8">
            <a:extLst>
              <a:ext uri="{FF2B5EF4-FFF2-40B4-BE49-F238E27FC236}">
                <a16:creationId xmlns:a16="http://schemas.microsoft.com/office/drawing/2014/main" id="{AA6E7E85-B6E8-188F-6DFA-854574579D68}"/>
              </a:ext>
            </a:extLst>
          </p:cNvPr>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a:extLst>
              <a:ext uri="{FF2B5EF4-FFF2-40B4-BE49-F238E27FC236}">
                <a16:creationId xmlns:a16="http://schemas.microsoft.com/office/drawing/2014/main" id="{EBB473D0-3BCF-6E7E-B4A9-87DAFC1E853B}"/>
              </a:ext>
            </a:extLst>
          </p:cNvPr>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67E72953-1991-1034-2BC6-C4849168E9BC}"/>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smtClean="0">
                <a:solidFill>
                  <a:schemeClr val="tx2">
                    <a:shade val="90000"/>
                  </a:schemeClr>
                </a:solidFill>
                <a:latin typeface="+mn-lt"/>
                <a:cs typeface="+mn-cs"/>
              </a:defRPr>
            </a:lvl1pPr>
          </a:lstStyle>
          <a:p>
            <a:pPr>
              <a:defRPr/>
            </a:pPr>
            <a:fld id="{BB6AB192-94EB-BB4B-BC62-269ACFC182B6}" type="datetimeFigureOut">
              <a:rPr lang="en-US"/>
              <a:pPr>
                <a:defRPr/>
              </a:pPr>
              <a:t>7/30/25</a:t>
            </a:fld>
            <a:endParaRPr lang="en-US"/>
          </a:p>
        </p:txBody>
      </p:sp>
      <p:sp>
        <p:nvSpPr>
          <p:cNvPr id="22" name="Footer Placeholder 21">
            <a:extLst>
              <a:ext uri="{FF2B5EF4-FFF2-40B4-BE49-F238E27FC236}">
                <a16:creationId xmlns:a16="http://schemas.microsoft.com/office/drawing/2014/main" id="{FF62C57B-910E-290A-D0BD-B7538B5C10CC}"/>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cs typeface="+mn-cs"/>
              </a:defRPr>
            </a:lvl1pPr>
          </a:lstStyle>
          <a:p>
            <a:pPr>
              <a:defRPr/>
            </a:pPr>
            <a:endParaRPr lang="en-US"/>
          </a:p>
        </p:txBody>
      </p:sp>
      <p:sp>
        <p:nvSpPr>
          <p:cNvPr id="18" name="Slide Number Placeholder 17">
            <a:extLst>
              <a:ext uri="{FF2B5EF4-FFF2-40B4-BE49-F238E27FC236}">
                <a16:creationId xmlns:a16="http://schemas.microsoft.com/office/drawing/2014/main" id="{15E6E99D-97D2-BD84-420E-07F04D39E4A6}"/>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a:defRPr sz="1200">
                <a:solidFill>
                  <a:srgbClr val="045C75"/>
                </a:solidFill>
              </a:defRPr>
            </a:lvl1pPr>
          </a:lstStyle>
          <a:p>
            <a:fld id="{91DD47BD-8B52-C24B-9F3D-BAC387AAB6A6}" type="slidenum">
              <a:rPr lang="en-US" altLang="en-US"/>
              <a:pPr/>
              <a:t>‹#›</a:t>
            </a:fld>
            <a:endParaRPr lang="en-US" altLang="en-US"/>
          </a:p>
        </p:txBody>
      </p:sp>
      <p:grpSp>
        <p:nvGrpSpPr>
          <p:cNvPr id="1033" name="Group 1">
            <a:extLst>
              <a:ext uri="{FF2B5EF4-FFF2-40B4-BE49-F238E27FC236}">
                <a16:creationId xmlns:a16="http://schemas.microsoft.com/office/drawing/2014/main" id="{2DF8BB3C-BDE0-C796-FDF1-F0042B6E4453}"/>
              </a:ext>
            </a:extLst>
          </p:cNvPr>
          <p:cNvGrpSpPr>
            <a:grpSpLocks/>
          </p:cNvGrpSpPr>
          <p:nvPr/>
        </p:nvGrpSpPr>
        <p:grpSpPr bwMode="auto">
          <a:xfrm>
            <a:off x="-19050" y="203200"/>
            <a:ext cx="9180513" cy="647700"/>
            <a:chOff x="-19045" y="216550"/>
            <a:chExt cx="9180548" cy="649224"/>
          </a:xfrm>
        </p:grpSpPr>
        <p:sp>
          <p:nvSpPr>
            <p:cNvPr id="12" name="Freeform 11">
              <a:extLst>
                <a:ext uri="{FF2B5EF4-FFF2-40B4-BE49-F238E27FC236}">
                  <a16:creationId xmlns:a16="http://schemas.microsoft.com/office/drawing/2014/main" id="{4DE8E9F0-734D-1DEE-70B7-516236DED2EC}"/>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sp>
          <p:nvSpPr>
            <p:cNvPr id="13" name="Freeform 12">
              <a:extLst>
                <a:ext uri="{FF2B5EF4-FFF2-40B4-BE49-F238E27FC236}">
                  <a16:creationId xmlns:a16="http://schemas.microsoft.com/office/drawing/2014/main" id="{CD8F5CE7-148E-A565-0CE7-A2C934795A93}"/>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cs typeface="+mn-cs"/>
              </a:endParaRPr>
            </a:p>
          </p:txBody>
        </p:sp>
      </p:grpSp>
    </p:spTree>
  </p:cSld>
  <p:clrMap bg1="lt1" tx1="dk1" bg2="lt2" tx2="dk2" accent1="accent1" accent2="accent2" accent3="accent3" accent4="accent4" accent5="accent5" accent6="accent6" hlink="hlink" folHlink="folHlink"/>
  <p:sldLayoutIdLst>
    <p:sldLayoutId id="2147483695" r:id="rId1"/>
    <p:sldLayoutId id="2147483687" r:id="rId2"/>
    <p:sldLayoutId id="2147483696" r:id="rId3"/>
    <p:sldLayoutId id="2147483688" r:id="rId4"/>
    <p:sldLayoutId id="2147483689" r:id="rId5"/>
    <p:sldLayoutId id="2147483690" r:id="rId6"/>
    <p:sldLayoutId id="2147483691" r:id="rId7"/>
    <p:sldLayoutId id="2147483692" r:id="rId8"/>
    <p:sldLayoutId id="2147483697" r:id="rId9"/>
    <p:sldLayoutId id="2147483693" r:id="rId10"/>
    <p:sldLayoutId id="2147483694" r:id="rId11"/>
  </p:sldLayoutIdLst>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anose="020F0502020204030204" pitchFamily="34" charset="0"/>
        </a:defRPr>
      </a:lvl2pPr>
      <a:lvl3pPr algn="l" rtl="0" fontAlgn="base">
        <a:spcBef>
          <a:spcPct val="0"/>
        </a:spcBef>
        <a:spcAft>
          <a:spcPct val="0"/>
        </a:spcAft>
        <a:defRPr sz="5000">
          <a:solidFill>
            <a:schemeClr val="tx2"/>
          </a:solidFill>
          <a:latin typeface="Calibri" panose="020F0502020204030204" pitchFamily="34" charset="0"/>
        </a:defRPr>
      </a:lvl3pPr>
      <a:lvl4pPr algn="l" rtl="0" fontAlgn="base">
        <a:spcBef>
          <a:spcPct val="0"/>
        </a:spcBef>
        <a:spcAft>
          <a:spcPct val="0"/>
        </a:spcAft>
        <a:defRPr sz="5000">
          <a:solidFill>
            <a:schemeClr val="tx2"/>
          </a:solidFill>
          <a:latin typeface="Calibri" panose="020F0502020204030204" pitchFamily="34" charset="0"/>
        </a:defRPr>
      </a:lvl4pPr>
      <a:lvl5pPr algn="l" rtl="0" fontAlgn="base">
        <a:spcBef>
          <a:spcPct val="0"/>
        </a:spcBef>
        <a:spcAft>
          <a:spcPct val="0"/>
        </a:spcAft>
        <a:defRPr sz="5000">
          <a:solidFill>
            <a:schemeClr val="tx2"/>
          </a:solidFill>
          <a:latin typeface="Calibri" panose="020F0502020204030204" pitchFamily="34" charset="0"/>
        </a:defRPr>
      </a:lvl5pPr>
      <a:lvl6pPr marL="457200" algn="l" rtl="0" fontAlgn="base">
        <a:spcBef>
          <a:spcPct val="0"/>
        </a:spcBef>
        <a:spcAft>
          <a:spcPct val="0"/>
        </a:spcAft>
        <a:defRPr sz="5000">
          <a:solidFill>
            <a:schemeClr val="tx2"/>
          </a:solidFill>
          <a:latin typeface="Calibri" panose="020F0502020204030204" pitchFamily="34" charset="0"/>
        </a:defRPr>
      </a:lvl6pPr>
      <a:lvl7pPr marL="914400" algn="l" rtl="0" fontAlgn="base">
        <a:spcBef>
          <a:spcPct val="0"/>
        </a:spcBef>
        <a:spcAft>
          <a:spcPct val="0"/>
        </a:spcAft>
        <a:defRPr sz="5000">
          <a:solidFill>
            <a:schemeClr val="tx2"/>
          </a:solidFill>
          <a:latin typeface="Calibri" panose="020F0502020204030204" pitchFamily="34" charset="0"/>
        </a:defRPr>
      </a:lvl7pPr>
      <a:lvl8pPr marL="1371600" algn="l" rtl="0" fontAlgn="base">
        <a:spcBef>
          <a:spcPct val="0"/>
        </a:spcBef>
        <a:spcAft>
          <a:spcPct val="0"/>
        </a:spcAft>
        <a:defRPr sz="5000">
          <a:solidFill>
            <a:schemeClr val="tx2"/>
          </a:solidFill>
          <a:latin typeface="Calibri" panose="020F0502020204030204" pitchFamily="34" charset="0"/>
        </a:defRPr>
      </a:lvl8pPr>
      <a:lvl9pPr marL="1828800" algn="l" rtl="0" fontAlgn="base">
        <a:spcBef>
          <a:spcPct val="0"/>
        </a:spcBef>
        <a:spcAft>
          <a:spcPct val="0"/>
        </a:spcAft>
        <a:defRPr sz="5000">
          <a:solidFill>
            <a:schemeClr val="tx2"/>
          </a:solidFill>
          <a:latin typeface="Calibri" panose="020F0502020204030204" pitchFamily="34" charset="0"/>
        </a:defRPr>
      </a:lvl9pPr>
    </p:titleStyle>
    <p:bodyStyle>
      <a:lvl1pPr marL="273050" indent="-273050" algn="l" rtl="0" fontAlgn="base">
        <a:spcBef>
          <a:spcPct val="20000"/>
        </a:spcBef>
        <a:spcAft>
          <a:spcPct val="0"/>
        </a:spcAft>
        <a:buClr>
          <a:srgbClr val="0BD0D9"/>
        </a:buClr>
        <a:buSzPct val="95000"/>
        <a:buFont typeface="Wingdings 2" pitchFamily="2"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2"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2"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2"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2"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epa.gov/safewater/kids/flash/flash_watercycle.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B7FA-E98D-3BA1-75FC-4775F71778E0}"/>
              </a:ext>
            </a:extLst>
          </p:cNvPr>
          <p:cNvSpPr>
            <a:spLocks noGrp="1"/>
          </p:cNvSpPr>
          <p:nvPr>
            <p:ph type="ctrTitle"/>
          </p:nvPr>
        </p:nvSpPr>
        <p:spPr/>
        <p:txBody>
          <a:bodyPr/>
          <a:lstStyle/>
          <a:p>
            <a:pPr algn="ctr" fontAlgn="auto">
              <a:spcAft>
                <a:spcPts val="0"/>
              </a:spcAft>
              <a:defRPr/>
            </a:pPr>
            <a:r>
              <a:rPr lang="en-US" dirty="0">
                <a:latin typeface="Comic Sans MS" pitchFamily="66" charset="0"/>
              </a:rPr>
              <a:t>The Water Cycle</a:t>
            </a:r>
          </a:p>
        </p:txBody>
      </p:sp>
      <p:sp>
        <p:nvSpPr>
          <p:cNvPr id="5123" name="Subtitle 2">
            <a:extLst>
              <a:ext uri="{FF2B5EF4-FFF2-40B4-BE49-F238E27FC236}">
                <a16:creationId xmlns:a16="http://schemas.microsoft.com/office/drawing/2014/main" id="{DD2C9530-730B-3933-2DFE-58C54FAD206C}"/>
              </a:ext>
            </a:extLst>
          </p:cNvPr>
          <p:cNvSpPr>
            <a:spLocks noGrp="1"/>
          </p:cNvSpPr>
          <p:nvPr>
            <p:ph type="subTitle" idx="1"/>
          </p:nvPr>
        </p:nvSpPr>
        <p:spPr>
          <a:xfrm>
            <a:off x="4510088" y="5824538"/>
            <a:ext cx="4633912" cy="1066800"/>
          </a:xfrm>
        </p:spPr>
        <p:txBody>
          <a:bodyPr/>
          <a:lstStyle/>
          <a:p>
            <a:pPr marR="0"/>
            <a:r>
              <a:rPr lang="en-US" altLang="en-US" sz="1600">
                <a:latin typeface="Comic Sans MS" panose="030F0902030302020204" pitchFamily="66" charset="0"/>
              </a:rPr>
              <a:t>Created by: Beth Frisby &amp; Christina Quattro</a:t>
            </a:r>
          </a:p>
          <a:p>
            <a:pPr marR="0"/>
            <a:r>
              <a:rPr lang="en-US" altLang="en-US" sz="1600">
                <a:latin typeface="Comic Sans MS" panose="030F0902030302020204" pitchFamily="66" charset="0"/>
              </a:rPr>
              <a:t>Haralson County School System</a:t>
            </a:r>
          </a:p>
          <a:p>
            <a:pPr marR="0"/>
            <a:r>
              <a:rPr lang="en-US" altLang="en-US" sz="1600">
                <a:latin typeface="Comic Sans MS" panose="030F0902030302020204" pitchFamily="66" charset="0"/>
              </a:rPr>
              <a:t>2012-2013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644DB23D-AF06-4825-5230-C38C53871567}"/>
              </a:ext>
            </a:extLst>
          </p:cNvPr>
          <p:cNvSpPr>
            <a:spLocks noGrp="1"/>
          </p:cNvSpPr>
          <p:nvPr>
            <p:ph type="title"/>
          </p:nvPr>
        </p:nvSpPr>
        <p:spPr/>
        <p:txBody>
          <a:bodyPr/>
          <a:lstStyle/>
          <a:p>
            <a:r>
              <a:rPr lang="en-US" altLang="en-US">
                <a:latin typeface="Comic Sans MS" panose="030F0902030302020204" pitchFamily="66" charset="0"/>
              </a:rPr>
              <a:t>What is the Water Cycle?</a:t>
            </a:r>
          </a:p>
        </p:txBody>
      </p:sp>
      <p:sp>
        <p:nvSpPr>
          <p:cNvPr id="3" name="Content Placeholder 2">
            <a:extLst>
              <a:ext uri="{FF2B5EF4-FFF2-40B4-BE49-F238E27FC236}">
                <a16:creationId xmlns:a16="http://schemas.microsoft.com/office/drawing/2014/main" id="{9C579D15-5F53-DE85-51FA-A77F21E12819}"/>
              </a:ext>
            </a:extLst>
          </p:cNvPr>
          <p:cNvSpPr>
            <a:spLocks noGrp="1"/>
          </p:cNvSpPr>
          <p:nvPr>
            <p:ph idx="1"/>
          </p:nvPr>
        </p:nvSpPr>
        <p:spPr>
          <a:xfrm>
            <a:off x="457200" y="1935163"/>
            <a:ext cx="8229600" cy="4694237"/>
          </a:xfrm>
          <a:ln>
            <a:solidFill>
              <a:schemeClr val="bg2">
                <a:lumMod val="50000"/>
              </a:schemeClr>
            </a:solidFill>
          </a:ln>
        </p:spPr>
        <p:txBody>
          <a:bodyPr>
            <a:normAutofit lnSpcReduction="10000"/>
          </a:bodyPr>
          <a:lstStyle/>
          <a:p>
            <a:pPr marL="274320" indent="-274320" fontAlgn="auto">
              <a:spcAft>
                <a:spcPts val="0"/>
              </a:spcAft>
              <a:buClr>
                <a:schemeClr val="accent3"/>
              </a:buClr>
              <a:buFont typeface="Wingdings 2"/>
              <a:buChar char=""/>
              <a:defRPr/>
            </a:pPr>
            <a:r>
              <a:rPr lang="en-US" dirty="0">
                <a:latin typeface="Comic Sans MS" pitchFamily="66" charset="0"/>
              </a:rPr>
              <a:t>The Water Cycle is the journey water takes as it circulates from the land to the sky and back again.</a:t>
            </a:r>
          </a:p>
          <a:p>
            <a:pPr marL="274320" indent="-274320" fontAlgn="auto">
              <a:spcAft>
                <a:spcPts val="0"/>
              </a:spcAft>
              <a:buClr>
                <a:schemeClr val="accent3"/>
              </a:buClr>
              <a:buFont typeface="Wingdings 2"/>
              <a:buChar char=""/>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rPr>
              <a:t>Main parts of The Water Cycle include:</a:t>
            </a:r>
          </a:p>
          <a:p>
            <a:pPr marL="708660" lvl="1" indent="-342900" fontAlgn="auto">
              <a:spcAft>
                <a:spcPts val="0"/>
              </a:spcAft>
              <a:buFont typeface="Wingdings" pitchFamily="2" charset="2"/>
              <a:buChar char="Ø"/>
              <a:defRPr/>
            </a:pPr>
            <a:r>
              <a:rPr lang="en-US" dirty="0">
                <a:latin typeface="Comic Sans MS" pitchFamily="66" charset="0"/>
              </a:rPr>
              <a:t>Evaporation</a:t>
            </a:r>
          </a:p>
          <a:p>
            <a:pPr marL="708660" lvl="1" indent="-342900" fontAlgn="auto">
              <a:spcAft>
                <a:spcPts val="0"/>
              </a:spcAft>
              <a:buFont typeface="Wingdings" pitchFamily="2" charset="2"/>
              <a:buChar char="Ø"/>
              <a:defRPr/>
            </a:pPr>
            <a:r>
              <a:rPr lang="en-US" dirty="0">
                <a:latin typeface="Comic Sans MS" pitchFamily="66" charset="0"/>
              </a:rPr>
              <a:t>Condensation</a:t>
            </a:r>
          </a:p>
          <a:p>
            <a:pPr marL="708660" lvl="1" indent="-342900" fontAlgn="auto">
              <a:spcAft>
                <a:spcPts val="0"/>
              </a:spcAft>
              <a:buFont typeface="Wingdings" pitchFamily="2" charset="2"/>
              <a:buChar char="Ø"/>
              <a:defRPr/>
            </a:pPr>
            <a:r>
              <a:rPr lang="en-US" dirty="0">
                <a:latin typeface="Comic Sans MS" pitchFamily="66" charset="0"/>
              </a:rPr>
              <a:t>Precipitation</a:t>
            </a:r>
          </a:p>
          <a:p>
            <a:pPr marL="708660" lvl="1" indent="-342900" fontAlgn="auto">
              <a:spcAft>
                <a:spcPts val="0"/>
              </a:spcAft>
              <a:buFont typeface="Wingdings" pitchFamily="2" charset="2"/>
              <a:buChar char="Ø"/>
              <a:defRPr/>
            </a:pPr>
            <a:r>
              <a:rPr lang="en-US" dirty="0">
                <a:latin typeface="Comic Sans MS" pitchFamily="66" charset="0"/>
              </a:rPr>
              <a:t>Collection</a:t>
            </a:r>
          </a:p>
          <a:p>
            <a:pPr marL="365760" lvl="1" indent="0" fontAlgn="auto">
              <a:spcAft>
                <a:spcPts val="0"/>
              </a:spcAft>
              <a:buFont typeface="Wingdings 2"/>
              <a:buNone/>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hlinkClick r:id="rId2"/>
              </a:rPr>
              <a:t>The Water Cycle Tutorial</a:t>
            </a:r>
            <a:endParaRPr lang="en-US" dirty="0">
              <a:latin typeface="Comic Sans MS" pitchFamily="66" charset="0"/>
            </a:endParaRPr>
          </a:p>
          <a:p>
            <a:pPr marL="274320" indent="-274320" fontAlgn="auto">
              <a:spcAft>
                <a:spcPts val="0"/>
              </a:spcAft>
              <a:buClr>
                <a:schemeClr val="accent3"/>
              </a:buClr>
              <a:buFont typeface="Wingdings 2"/>
              <a:buChar char=""/>
              <a:defRPr/>
            </a:pPr>
            <a:endParaRPr lang="en-US" dirty="0">
              <a:latin typeface="Comic Sans MS" pitchFamily="66" charset="0"/>
            </a:endParaRPr>
          </a:p>
          <a:p>
            <a:pPr marL="0" indent="0" algn="ctr" fontAlgn="auto">
              <a:spcAft>
                <a:spcPts val="0"/>
              </a:spcAft>
              <a:buClr>
                <a:schemeClr val="accent3"/>
              </a:buClr>
              <a:buFont typeface="Wingdings 2"/>
              <a:buNone/>
              <a:defRPr/>
            </a:pPr>
            <a:endParaRPr lang="en-US" dirty="0">
              <a:latin typeface="Comic Sans MS" pitchFamily="66"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6940AE4-4132-2A06-A996-68C354CFE6D8}"/>
              </a:ext>
            </a:extLst>
          </p:cNvPr>
          <p:cNvSpPr>
            <a:spLocks noGrp="1"/>
          </p:cNvSpPr>
          <p:nvPr>
            <p:ph type="title"/>
          </p:nvPr>
        </p:nvSpPr>
        <p:spPr>
          <a:xfrm>
            <a:off x="457200" y="704850"/>
            <a:ext cx="8229600" cy="1143000"/>
          </a:xfrm>
        </p:spPr>
        <p:txBody>
          <a:bodyPr/>
          <a:lstStyle/>
          <a:p>
            <a:pPr algn="ctr"/>
            <a:r>
              <a:rPr lang="en-US" altLang="en-US">
                <a:latin typeface="Comic Sans MS" panose="030F0902030302020204" pitchFamily="66" charset="0"/>
              </a:rPr>
              <a:t>Evaporation</a:t>
            </a:r>
          </a:p>
        </p:txBody>
      </p:sp>
      <p:sp>
        <p:nvSpPr>
          <p:cNvPr id="3" name="Content Placeholder 2">
            <a:extLst>
              <a:ext uri="{FF2B5EF4-FFF2-40B4-BE49-F238E27FC236}">
                <a16:creationId xmlns:a16="http://schemas.microsoft.com/office/drawing/2014/main" id="{CCE23552-DB88-E771-40A5-3AD9A55C9CB7}"/>
              </a:ext>
            </a:extLst>
          </p:cNvPr>
          <p:cNvSpPr>
            <a:spLocks noGrp="1"/>
          </p:cNvSpPr>
          <p:nvPr>
            <p:ph sz="half" idx="1"/>
          </p:nvPr>
        </p:nvSpPr>
        <p:spPr>
          <a:xfrm>
            <a:off x="457200" y="1920875"/>
            <a:ext cx="4038600" cy="4433888"/>
          </a:xfrm>
        </p:spPr>
        <p:txBody>
          <a:bodyPr>
            <a:normAutofit lnSpcReduction="10000"/>
          </a:bodyPr>
          <a:lstStyle/>
          <a:p>
            <a:pPr marL="274320" indent="-274320" fontAlgn="auto">
              <a:spcAft>
                <a:spcPts val="0"/>
              </a:spcAft>
              <a:buClr>
                <a:schemeClr val="accent3"/>
              </a:buClr>
              <a:buFont typeface="Wingdings 2"/>
              <a:buChar char=""/>
              <a:defRPr/>
            </a:pPr>
            <a:r>
              <a:rPr lang="en-US" dirty="0">
                <a:latin typeface="Comic Sans MS" pitchFamily="66" charset="0"/>
              </a:rPr>
              <a:t>When the sun heats up the rivers, lakes and oceans, the water turns into vapor or steam and goes into the air.</a:t>
            </a:r>
          </a:p>
          <a:p>
            <a:pPr marL="274320" indent="-274320" fontAlgn="auto">
              <a:spcAft>
                <a:spcPts val="0"/>
              </a:spcAft>
              <a:buClr>
                <a:schemeClr val="accent3"/>
              </a:buClr>
              <a:buFont typeface="Wingdings 2"/>
              <a:buChar char=""/>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rPr>
              <a:t>Experiment: With an adult’s help, heat some water in a kettle and watch what happens.</a:t>
            </a:r>
          </a:p>
          <a:p>
            <a:pPr marL="274320" indent="-274320" fontAlgn="auto">
              <a:spcAft>
                <a:spcPts val="0"/>
              </a:spcAft>
              <a:buClr>
                <a:schemeClr val="accent3"/>
              </a:buClr>
              <a:buFont typeface="Wingdings 2"/>
              <a:buChar char=""/>
              <a:defRPr/>
            </a:pPr>
            <a:endParaRPr lang="en-US" dirty="0">
              <a:latin typeface="Comic Sans MS" pitchFamily="66" charset="0"/>
            </a:endParaRPr>
          </a:p>
          <a:p>
            <a:pPr marL="274320" indent="-274320" fontAlgn="auto">
              <a:spcAft>
                <a:spcPts val="0"/>
              </a:spcAft>
              <a:buClr>
                <a:schemeClr val="accent3"/>
              </a:buClr>
              <a:buFont typeface="Wingdings 2"/>
              <a:buChar char=""/>
              <a:defRPr/>
            </a:pPr>
            <a:endParaRPr lang="en-US" dirty="0">
              <a:latin typeface="Comic Sans MS" pitchFamily="66"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692D53D-55D8-96D4-58C9-D925005AA580}"/>
              </a:ext>
            </a:extLst>
          </p:cNvPr>
          <p:cNvSpPr>
            <a:spLocks noGrp="1"/>
          </p:cNvSpPr>
          <p:nvPr>
            <p:ph type="title"/>
          </p:nvPr>
        </p:nvSpPr>
        <p:spPr>
          <a:xfrm>
            <a:off x="457200" y="704850"/>
            <a:ext cx="8229600" cy="1143000"/>
          </a:xfrm>
        </p:spPr>
        <p:txBody>
          <a:bodyPr/>
          <a:lstStyle/>
          <a:p>
            <a:pPr algn="ctr"/>
            <a:r>
              <a:rPr lang="en-US" altLang="en-US">
                <a:latin typeface="Comic Sans MS" panose="030F0902030302020204" pitchFamily="66" charset="0"/>
              </a:rPr>
              <a:t>Condensation</a:t>
            </a:r>
          </a:p>
        </p:txBody>
      </p:sp>
      <p:sp>
        <p:nvSpPr>
          <p:cNvPr id="3" name="Content Placeholder 2">
            <a:extLst>
              <a:ext uri="{FF2B5EF4-FFF2-40B4-BE49-F238E27FC236}">
                <a16:creationId xmlns:a16="http://schemas.microsoft.com/office/drawing/2014/main" id="{9D04A2BA-1FFC-9AA5-ED92-1FD57DF62B29}"/>
              </a:ext>
            </a:extLst>
          </p:cNvPr>
          <p:cNvSpPr>
            <a:spLocks noGrp="1"/>
          </p:cNvSpPr>
          <p:nvPr>
            <p:ph sz="half" idx="1"/>
          </p:nvPr>
        </p:nvSpPr>
        <p:spPr>
          <a:xfrm>
            <a:off x="457200" y="1920875"/>
            <a:ext cx="4038600" cy="4433888"/>
          </a:xfrm>
        </p:spPr>
        <p:txBody>
          <a:bodyPr>
            <a:normAutofit fontScale="92500"/>
          </a:bodyPr>
          <a:lstStyle/>
          <a:p>
            <a:pPr marL="274320" indent="-274320" fontAlgn="auto">
              <a:spcAft>
                <a:spcPts val="0"/>
              </a:spcAft>
              <a:buClr>
                <a:schemeClr val="accent3"/>
              </a:buClr>
              <a:buFont typeface="Wingdings 2"/>
              <a:buChar char=""/>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rPr>
              <a:t>Water vapor in the air gets cold and changes back into liquid, forming clouds.</a:t>
            </a:r>
          </a:p>
          <a:p>
            <a:pPr marL="0" indent="0" fontAlgn="auto">
              <a:spcAft>
                <a:spcPts val="0"/>
              </a:spcAft>
              <a:buClr>
                <a:schemeClr val="accent3"/>
              </a:buClr>
              <a:buFont typeface="Wingdings 2"/>
              <a:buNone/>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rPr>
              <a:t>Experiment: Have an adult hold a cookie sheet over the steam created by the kettle and watch what happens.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7F18B6AB-2364-2302-D265-4496C14A82C1}"/>
              </a:ext>
            </a:extLst>
          </p:cNvPr>
          <p:cNvSpPr>
            <a:spLocks noGrp="1"/>
          </p:cNvSpPr>
          <p:nvPr>
            <p:ph type="title"/>
          </p:nvPr>
        </p:nvSpPr>
        <p:spPr>
          <a:xfrm>
            <a:off x="457200" y="704850"/>
            <a:ext cx="8229600" cy="1143000"/>
          </a:xfrm>
        </p:spPr>
        <p:txBody>
          <a:bodyPr/>
          <a:lstStyle/>
          <a:p>
            <a:pPr algn="ctr"/>
            <a:r>
              <a:rPr lang="en-US" altLang="en-US">
                <a:latin typeface="Comic Sans MS" panose="030F0902030302020204" pitchFamily="66" charset="0"/>
              </a:rPr>
              <a:t>Precipitation</a:t>
            </a:r>
          </a:p>
        </p:txBody>
      </p:sp>
      <p:sp>
        <p:nvSpPr>
          <p:cNvPr id="3" name="Content Placeholder 2">
            <a:extLst>
              <a:ext uri="{FF2B5EF4-FFF2-40B4-BE49-F238E27FC236}">
                <a16:creationId xmlns:a16="http://schemas.microsoft.com/office/drawing/2014/main" id="{998D94F6-99F2-244C-298E-7DA69A8D0648}"/>
              </a:ext>
            </a:extLst>
          </p:cNvPr>
          <p:cNvSpPr>
            <a:spLocks noGrp="1"/>
          </p:cNvSpPr>
          <p:nvPr>
            <p:ph sz="half" idx="1"/>
          </p:nvPr>
        </p:nvSpPr>
        <p:spPr>
          <a:xfrm>
            <a:off x="457200" y="1920875"/>
            <a:ext cx="4038600" cy="4433888"/>
          </a:xfrm>
        </p:spPr>
        <p:txBody>
          <a:bodyPr>
            <a:normAutofit fontScale="85000" lnSpcReduction="20000"/>
          </a:bodyPr>
          <a:lstStyle/>
          <a:p>
            <a:pPr marL="274320" indent="-274320" fontAlgn="auto">
              <a:spcAft>
                <a:spcPts val="0"/>
              </a:spcAft>
              <a:buClr>
                <a:schemeClr val="accent3"/>
              </a:buClr>
              <a:buFont typeface="Wingdings 2"/>
              <a:buChar char=""/>
              <a:defRPr/>
            </a:pPr>
            <a:r>
              <a:rPr lang="en-US" dirty="0">
                <a:latin typeface="Comic Sans MS" pitchFamily="66" charset="0"/>
              </a:rPr>
              <a:t>When the air gets heavy with the condensed water and cannot hold the water anymore, precipitation occurs.  The water falls back to the earth in the form of rain, hail, sleet or snow.</a:t>
            </a:r>
          </a:p>
          <a:p>
            <a:pPr marL="274320" indent="-274320" fontAlgn="auto">
              <a:spcAft>
                <a:spcPts val="0"/>
              </a:spcAft>
              <a:buClr>
                <a:schemeClr val="accent3"/>
              </a:buClr>
              <a:buFont typeface="Wingdings 2"/>
              <a:buChar char=""/>
              <a:defRPr/>
            </a:pPr>
            <a:endParaRPr lang="en-US" dirty="0">
              <a:latin typeface="Comic Sans MS" pitchFamily="66" charset="0"/>
            </a:endParaRPr>
          </a:p>
          <a:p>
            <a:pPr marL="274320" indent="-274320" fontAlgn="auto">
              <a:spcAft>
                <a:spcPts val="0"/>
              </a:spcAft>
              <a:buClr>
                <a:schemeClr val="accent3"/>
              </a:buClr>
              <a:buFont typeface="Wingdings 2"/>
              <a:buChar char=""/>
              <a:defRPr/>
            </a:pPr>
            <a:r>
              <a:rPr lang="en-US" dirty="0">
                <a:latin typeface="Comic Sans MS" pitchFamily="66" charset="0"/>
              </a:rPr>
              <a:t>Experiment: Have an adult continue to hold the cookie sheet over the kettle. After a lot of condensation occurs, watch what happens.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B320043-CE71-CC14-0121-9AC15B8AACE3}"/>
              </a:ext>
            </a:extLst>
          </p:cNvPr>
          <p:cNvSpPr>
            <a:spLocks noGrp="1"/>
          </p:cNvSpPr>
          <p:nvPr>
            <p:ph type="title"/>
          </p:nvPr>
        </p:nvSpPr>
        <p:spPr>
          <a:xfrm>
            <a:off x="457200" y="704850"/>
            <a:ext cx="8229600" cy="1143000"/>
          </a:xfrm>
        </p:spPr>
        <p:txBody>
          <a:bodyPr/>
          <a:lstStyle/>
          <a:p>
            <a:pPr algn="ctr"/>
            <a:r>
              <a:rPr lang="en-US" altLang="en-US">
                <a:latin typeface="Comic Sans MS" panose="030F0902030302020204" pitchFamily="66" charset="0"/>
              </a:rPr>
              <a:t>Collection</a:t>
            </a:r>
          </a:p>
        </p:txBody>
      </p:sp>
      <p:sp>
        <p:nvSpPr>
          <p:cNvPr id="3" name="Content Placeholder 2">
            <a:extLst>
              <a:ext uri="{FF2B5EF4-FFF2-40B4-BE49-F238E27FC236}">
                <a16:creationId xmlns:a16="http://schemas.microsoft.com/office/drawing/2014/main" id="{8E060CF4-FA6D-90E9-F519-9C2A36A89C9A}"/>
              </a:ext>
            </a:extLst>
          </p:cNvPr>
          <p:cNvSpPr>
            <a:spLocks noGrp="1"/>
          </p:cNvSpPr>
          <p:nvPr>
            <p:ph sz="half" idx="1"/>
          </p:nvPr>
        </p:nvSpPr>
        <p:spPr>
          <a:xfrm>
            <a:off x="457200" y="1920875"/>
            <a:ext cx="4038600" cy="4433888"/>
          </a:xfrm>
        </p:spPr>
        <p:txBody>
          <a:bodyPr>
            <a:normAutofit fontScale="85000" lnSpcReduction="10000"/>
          </a:bodyPr>
          <a:lstStyle/>
          <a:p>
            <a:pPr marL="274320" indent="-274320" fontAlgn="auto">
              <a:spcAft>
                <a:spcPts val="0"/>
              </a:spcAft>
              <a:buClr>
                <a:schemeClr val="accent3"/>
              </a:buClr>
              <a:buFont typeface="Wingdings 2"/>
              <a:buChar char=""/>
              <a:defRPr/>
            </a:pPr>
            <a:r>
              <a:rPr lang="en-US" dirty="0">
                <a:latin typeface="Comic Sans MS" pitchFamily="66" charset="0"/>
              </a:rPr>
              <a:t>When water falls back to earth as precipitation, it falls back in the oceans, lakes or rivers or it may end up on land.  When it ends up on land, it will either soak into the earth and become part of the “ground water” that plants and animals use to drink or it may run over the soil and collect in the oceans, lakes or rivers where the cycle starts all over again.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99377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357</TotalTime>
  <Words>288</Words>
  <Application>Microsoft Macintosh PowerPoint</Application>
  <PresentationFormat>On-screen Show (4:3)</PresentationFormat>
  <Paragraphs>29</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Comic Sans MS</vt:lpstr>
      <vt:lpstr>Constantia</vt:lpstr>
      <vt:lpstr>Wingdings</vt:lpstr>
      <vt:lpstr>Wingdings 2</vt:lpstr>
      <vt:lpstr>Flow</vt:lpstr>
      <vt:lpstr>The Water Cycle</vt:lpstr>
      <vt:lpstr>What is the Water Cycle?</vt:lpstr>
      <vt:lpstr>Evaporation</vt:lpstr>
      <vt:lpstr>Condensation</vt:lpstr>
      <vt:lpstr>Precipitation</vt:lpstr>
      <vt:lpstr>Collection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Water Cycle</dc:title>
  <dc:creator>User</dc:creator>
  <cp:lastModifiedBy>Irene Ha</cp:lastModifiedBy>
  <cp:revision>42</cp:revision>
  <dcterms:created xsi:type="dcterms:W3CDTF">2012-11-19T13:23:08Z</dcterms:created>
  <dcterms:modified xsi:type="dcterms:W3CDTF">2025-07-30T22:21:48Z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layBack">
    <vt:bool>true</vt:bool>
  </property>
</Properties>
</file>