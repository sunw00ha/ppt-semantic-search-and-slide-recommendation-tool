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58"/>
  </p:normalViewPr>
  <p:slideViewPr>
    <p:cSldViewPr snapToGrid="0">
      <p:cViewPr varScale="1">
        <p:scale>
          <a:sx n="120" d="100"/>
          <a:sy n="120"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DD36-8B17-2BB5-A723-0C4A30A4E0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8F3A84-D5BE-AE67-C51F-A50C0A2B4D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6FB91A-E094-355D-1EBA-EA7C855F1F03}"/>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6DD0C6AA-4855-4312-7D9E-4D35700CCA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7C98B-1740-1D6D-BDE3-6E0CF7F5E767}"/>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4257740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5205-9F09-2DEE-5484-EAAFD3A4A3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F55386-4A11-9610-2F84-915253F684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FAB0E-49A8-5B9B-6AB8-468C5B49881B}"/>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02C18ED1-4E9F-901D-979A-CDEA198BB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529B7-87A1-308C-0D5B-EE2576399A73}"/>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837570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78B8-F965-0ABF-20CD-5F46E8A793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9C24C4-9AF3-8DEB-1DEF-A01BA54A55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382277-ABFB-9BC5-9DA7-DB5FFE5EE645}"/>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0B51786C-AB6D-2E3B-07DC-EB2005753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F681BF-2602-22DF-6890-989C924FC85C}"/>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2815086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1AC6-1B57-1510-6627-2C3A018444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E2538-4F72-4AF3-F84F-9A56FF28D5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DF4CFE-7B69-6154-63DA-AC3C6AB9D7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2E01FF-BAAE-FF37-9551-9D6F4C7ECCD2}"/>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6" name="Footer Placeholder 5">
            <a:extLst>
              <a:ext uri="{FF2B5EF4-FFF2-40B4-BE49-F238E27FC236}">
                <a16:creationId xmlns:a16="http://schemas.microsoft.com/office/drawing/2014/main" id="{E8F8F104-D1B8-94AD-C80A-B14FFA99ED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500C2-90D9-0F10-F72A-D5FE822B290C}"/>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2218482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974C-17E7-CD5D-BE2C-D2E1CFE345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19FB58-E1C7-64FA-9D8C-0115E1822D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33D504-97EF-0F64-57C3-797DF79587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3EFB1C-E1F3-E150-F5E6-8DC0664395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257608-0179-5340-F51F-C7F111F741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12E4D0-6E8F-C96D-97DC-B02E7193D3C3}"/>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8" name="Footer Placeholder 7">
            <a:extLst>
              <a:ext uri="{FF2B5EF4-FFF2-40B4-BE49-F238E27FC236}">
                <a16:creationId xmlns:a16="http://schemas.microsoft.com/office/drawing/2014/main" id="{C8C38C6B-C54D-479F-B0A3-74D9859A16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7199D1-6478-3F4A-17DF-761135B36A03}"/>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421880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4FAC-53FE-C45D-8020-271BBA149B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F24D29-8C7E-6F3D-F9FF-CA843A01F944}"/>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4" name="Footer Placeholder 3">
            <a:extLst>
              <a:ext uri="{FF2B5EF4-FFF2-40B4-BE49-F238E27FC236}">
                <a16:creationId xmlns:a16="http://schemas.microsoft.com/office/drawing/2014/main" id="{5F1B3352-3FA3-DEB1-882F-CD491E146B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FE284D-7D9B-7A20-D107-7B8E009F95E2}"/>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342905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2CA6AB-FB28-A81E-3F9E-0A5EBAB485D7}"/>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3" name="Footer Placeholder 2">
            <a:extLst>
              <a:ext uri="{FF2B5EF4-FFF2-40B4-BE49-F238E27FC236}">
                <a16:creationId xmlns:a16="http://schemas.microsoft.com/office/drawing/2014/main" id="{7A3F37B6-0391-6556-D335-8FBE0DAC2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74EA0-1472-6563-FEC0-5B904DD3D2A9}"/>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252001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05EA8-20A4-A170-CEF1-33B87593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23E855-2717-5A67-500F-0139112CD8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438AF-F24C-D93F-5780-8C34D1010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2DB25-379D-CDAE-AC05-F99936B04231}"/>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6" name="Footer Placeholder 5">
            <a:extLst>
              <a:ext uri="{FF2B5EF4-FFF2-40B4-BE49-F238E27FC236}">
                <a16:creationId xmlns:a16="http://schemas.microsoft.com/office/drawing/2014/main" id="{706F2329-A56A-D4CA-55AF-57D73DF16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B8301-9A9F-3A06-A352-3A775B0908BF}"/>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884404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D1D6-5500-8DAE-D951-7E73B20AA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63DA73-FD83-9C0C-1CF9-A1C5BC04B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0CE52D-8019-7B0A-82C3-6671372AE7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C1CD6-3C64-8E1B-711B-712C532B49EA}"/>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6" name="Footer Placeholder 5">
            <a:extLst>
              <a:ext uri="{FF2B5EF4-FFF2-40B4-BE49-F238E27FC236}">
                <a16:creationId xmlns:a16="http://schemas.microsoft.com/office/drawing/2014/main" id="{8BF82781-7636-9C89-966A-BA5A356688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7F8EDF-6FC7-78BF-28DE-13C902DE1E52}"/>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136866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AC555-9149-72CD-04DF-D0B28835C8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10D21D-9E23-3DE2-7C96-E2A0CF0A97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CFDFB-CC24-E65F-A73F-55CC69BD62FB}"/>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1F2EE8B8-44F8-F0D7-6F0E-6CF7F7101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CC8FE3-3207-A4B5-FADF-DA9F13AAC6BD}"/>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102519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47903A-B469-C134-C804-22510D7D83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05EB70-F74B-22DC-93F4-8C7EBCFABC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3175A-8F8C-87CD-6AFC-D19389BCEA7D}"/>
              </a:ext>
            </a:extLst>
          </p:cNvPr>
          <p:cNvSpPr>
            <a:spLocks noGrp="1"/>
          </p:cNvSpPr>
          <p:nvPr>
            <p:ph type="dt" sz="half" idx="10"/>
          </p:nvPr>
        </p:nvSpPr>
        <p:spPr/>
        <p:txBody>
          <a:body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BDB6F8EF-5895-3310-A2FF-A215F2826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5F2AD-EE92-CC0D-30EF-432EAD92404B}"/>
              </a:ext>
            </a:extLst>
          </p:cNvPr>
          <p:cNvSpPr>
            <a:spLocks noGrp="1"/>
          </p:cNvSpPr>
          <p:nvPr>
            <p:ph type="sldNum" sz="quarter" idx="12"/>
          </p:nvPr>
        </p:nvSpPr>
        <p:spPr/>
        <p:txBody>
          <a:bodyPr/>
          <a:lstStyle/>
          <a:p>
            <a:fld id="{1287DB41-5F8F-1242-8761-BACF4893921D}" type="slidenum">
              <a:rPr lang="en-US" smtClean="0"/>
              <a:t>‹#›</a:t>
            </a:fld>
            <a:endParaRPr lang="en-US"/>
          </a:p>
        </p:txBody>
      </p:sp>
    </p:spTree>
    <p:extLst>
      <p:ext uri="{BB962C8B-B14F-4D97-AF65-F5344CB8AC3E}">
        <p14:creationId xmlns:p14="http://schemas.microsoft.com/office/powerpoint/2010/main" val="1623234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94E31D-8AF3-5996-6EBC-216E066291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E089FB-E196-8B59-1384-02D4D9E401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95AA5-9351-36BC-C72B-1A5DE4BB0D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98614C-C5CE-EA44-BE3D-624CA224CF74}" type="datetimeFigureOut">
              <a:rPr lang="en-US" smtClean="0"/>
              <a:t>9/18/25</a:t>
            </a:fld>
            <a:endParaRPr lang="en-US"/>
          </a:p>
        </p:txBody>
      </p:sp>
      <p:sp>
        <p:nvSpPr>
          <p:cNvPr id="5" name="Footer Placeholder 4">
            <a:extLst>
              <a:ext uri="{FF2B5EF4-FFF2-40B4-BE49-F238E27FC236}">
                <a16:creationId xmlns:a16="http://schemas.microsoft.com/office/drawing/2014/main" id="{38543BEB-47EC-4699-1902-D767E2A20A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226BFA-1025-6DFE-6A16-763A758F77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287DB41-5F8F-1242-8761-BACF4893921D}" type="slidenum">
              <a:rPr lang="en-US" smtClean="0"/>
              <a:t>‹#›</a:t>
            </a:fld>
            <a:endParaRPr lang="en-US"/>
          </a:p>
        </p:txBody>
      </p:sp>
    </p:spTree>
    <p:extLst>
      <p:ext uri="{BB962C8B-B14F-4D97-AF65-F5344CB8AC3E}">
        <p14:creationId xmlns:p14="http://schemas.microsoft.com/office/powerpoint/2010/main" val="1102582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4989D-AAF2-8D6E-ECB6-467F3F0FCB92}"/>
              </a:ext>
            </a:extLst>
          </p:cNvPr>
          <p:cNvSpPr>
            <a:spLocks noGrp="1"/>
          </p:cNvSpPr>
          <p:nvPr>
            <p:ph type="ctrTitle"/>
          </p:nvPr>
        </p:nvSpPr>
        <p:spPr/>
        <p:txBody>
          <a:bodyPr/>
          <a:lstStyle/>
          <a:p>
            <a:r>
              <a:rPr lang="en-US" dirty="0"/>
              <a:t>*Second water cycle</a:t>
            </a:r>
          </a:p>
        </p:txBody>
      </p:sp>
      <p:sp>
        <p:nvSpPr>
          <p:cNvPr id="3" name="Subtitle 2">
            <a:extLst>
              <a:ext uri="{FF2B5EF4-FFF2-40B4-BE49-F238E27FC236}">
                <a16:creationId xmlns:a16="http://schemas.microsoft.com/office/drawing/2014/main" id="{E68A8583-9096-6132-1299-44CD52C3A883}"/>
              </a:ext>
            </a:extLst>
          </p:cNvPr>
          <p:cNvSpPr>
            <a:spLocks noGrp="1"/>
          </p:cNvSpPr>
          <p:nvPr>
            <p:ph type="subTitle" idx="1"/>
          </p:nvPr>
        </p:nvSpPr>
        <p:spPr/>
        <p:txBody>
          <a:bodyPr/>
          <a:lstStyle/>
          <a:p>
            <a:r>
              <a:rPr lang="en-US" dirty="0"/>
              <a:t>Test by Irene Ha</a:t>
            </a:r>
          </a:p>
        </p:txBody>
      </p:sp>
    </p:spTree>
    <p:extLst>
      <p:ext uri="{BB962C8B-B14F-4D97-AF65-F5344CB8AC3E}">
        <p14:creationId xmlns:p14="http://schemas.microsoft.com/office/powerpoint/2010/main" val="2370158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the water cycle? - Ocean Generation">
            <a:extLst>
              <a:ext uri="{FF2B5EF4-FFF2-40B4-BE49-F238E27FC236}">
                <a16:creationId xmlns:a16="http://schemas.microsoft.com/office/drawing/2014/main" id="{9B2973EB-7C79-51C3-506B-7E3D981ED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0129" y="1237225"/>
            <a:ext cx="9529296" cy="5620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B13DBED-1CD8-9093-EB2C-97744DE249E8}"/>
              </a:ext>
            </a:extLst>
          </p:cNvPr>
          <p:cNvSpPr txBox="1"/>
          <p:nvPr/>
        </p:nvSpPr>
        <p:spPr>
          <a:xfrm>
            <a:off x="2380129" y="699247"/>
            <a:ext cx="4778937" cy="369332"/>
          </a:xfrm>
          <a:prstGeom prst="rect">
            <a:avLst/>
          </a:prstGeom>
          <a:noFill/>
        </p:spPr>
        <p:txBody>
          <a:bodyPr wrap="none" rtlCol="0">
            <a:spAutoFit/>
          </a:bodyPr>
          <a:lstStyle/>
          <a:p>
            <a:r>
              <a:rPr lang="en-US" dirty="0"/>
              <a:t>This is how the water cycle works: an over view</a:t>
            </a:r>
          </a:p>
        </p:txBody>
      </p:sp>
    </p:spTree>
    <p:extLst>
      <p:ext uri="{BB962C8B-B14F-4D97-AF65-F5344CB8AC3E}">
        <p14:creationId xmlns:p14="http://schemas.microsoft.com/office/powerpoint/2010/main" val="3240160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3EB7-9F23-8A0B-C09F-83501FB284A8}"/>
              </a:ext>
            </a:extLst>
          </p:cNvPr>
          <p:cNvSpPr>
            <a:spLocks noGrp="1"/>
          </p:cNvSpPr>
          <p:nvPr>
            <p:ph type="title"/>
          </p:nvPr>
        </p:nvSpPr>
        <p:spPr/>
        <p:txBody>
          <a:bodyPr/>
          <a:lstStyle/>
          <a:p>
            <a:r>
              <a:rPr lang="en-US" dirty="0"/>
              <a:t>1</a:t>
            </a:r>
            <a:r>
              <a:rPr lang="en-US" baseline="30000" dirty="0"/>
              <a:t>st step in the water cycle</a:t>
            </a:r>
            <a:endParaRPr lang="en-US" dirty="0"/>
          </a:p>
        </p:txBody>
      </p:sp>
      <p:pic>
        <p:nvPicPr>
          <p:cNvPr id="2050" name="Picture 2" descr="Water Cycle Definition and Steps | Science Lesson for Kids">
            <a:extLst>
              <a:ext uri="{FF2B5EF4-FFF2-40B4-BE49-F238E27FC236}">
                <a16:creationId xmlns:a16="http://schemas.microsoft.com/office/drawing/2014/main" id="{3C3BABD6-1FFC-48E9-65F3-4DB50B795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82700"/>
            <a:ext cx="7620000" cy="429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6964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A025-C54A-5845-2EB3-D097951E4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FAB94-1A03-C126-DD85-C4A60F87F9C2}"/>
              </a:ext>
            </a:extLst>
          </p:cNvPr>
          <p:cNvSpPr>
            <a:spLocks noGrp="1"/>
          </p:cNvSpPr>
          <p:nvPr>
            <p:ph type="title"/>
          </p:nvPr>
        </p:nvSpPr>
        <p:spPr>
          <a:xfrm>
            <a:off x="475130" y="1360207"/>
            <a:ext cx="10515600" cy="1325563"/>
          </a:xfrm>
        </p:spPr>
        <p:txBody>
          <a:bodyPr>
            <a:normAutofit fontScale="90000"/>
          </a:bodyPr>
          <a:lstStyle/>
          <a:p>
            <a:r>
              <a:rPr lang="en-US" dirty="0"/>
              <a:t>Evaporation is the process that drives the first stage of the water cycle, transforming liquid water from the Earth's surface into a gas (water vapor) that rises into the atmosphere. It is powered by energy from the sun, which heats water in large bodies of water like oceans, lakes, and rivers. </a:t>
            </a:r>
          </a:p>
        </p:txBody>
      </p:sp>
      <p:pic>
        <p:nvPicPr>
          <p:cNvPr id="4098" name="Picture 2" descr="The Steps of the Water Cycle - All About The Water Cycle">
            <a:extLst>
              <a:ext uri="{FF2B5EF4-FFF2-40B4-BE49-F238E27FC236}">
                <a16:creationId xmlns:a16="http://schemas.microsoft.com/office/drawing/2014/main" id="{DD1D240B-13CF-D535-3F08-38A4C4005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1482" y="3688043"/>
            <a:ext cx="4377018" cy="2941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303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07CE-98FC-8205-B761-25D926C3601C}"/>
              </a:ext>
            </a:extLst>
          </p:cNvPr>
          <p:cNvSpPr>
            <a:spLocks noGrp="1"/>
          </p:cNvSpPr>
          <p:nvPr>
            <p:ph type="title"/>
          </p:nvPr>
        </p:nvSpPr>
        <p:spPr/>
        <p:txBody>
          <a:bodyPr/>
          <a:lstStyle/>
          <a:p>
            <a:r>
              <a:rPr lang="en-US" dirty="0"/>
              <a:t>3</a:t>
            </a:r>
            <a:r>
              <a:rPr lang="en-US" baseline="30000" dirty="0"/>
              <a:t>rd</a:t>
            </a:r>
            <a:r>
              <a:rPr lang="en-US" dirty="0"/>
              <a:t> step in the water cycle</a:t>
            </a:r>
          </a:p>
        </p:txBody>
      </p:sp>
      <p:sp>
        <p:nvSpPr>
          <p:cNvPr id="5" name="TextBox 4">
            <a:extLst>
              <a:ext uri="{FF2B5EF4-FFF2-40B4-BE49-F238E27FC236}">
                <a16:creationId xmlns:a16="http://schemas.microsoft.com/office/drawing/2014/main" id="{A9B23F7A-B999-12E2-F6A4-7D592ABA9113}"/>
              </a:ext>
            </a:extLst>
          </p:cNvPr>
          <p:cNvSpPr txBox="1"/>
          <p:nvPr/>
        </p:nvSpPr>
        <p:spPr>
          <a:xfrm>
            <a:off x="3049121" y="2690336"/>
            <a:ext cx="6098240" cy="1477328"/>
          </a:xfrm>
          <a:prstGeom prst="rect">
            <a:avLst/>
          </a:prstGeom>
          <a:noFill/>
        </p:spPr>
        <p:txBody>
          <a:bodyPr wrap="square">
            <a:spAutoFit/>
          </a:bodyPr>
          <a:lstStyle/>
          <a:p>
            <a:r>
              <a:rPr lang="en-US" b="0" i="0" dirty="0">
                <a:solidFill>
                  <a:srgbClr val="001D35"/>
                </a:solidFill>
                <a:effectLst/>
                <a:latin typeface="Google Sans"/>
              </a:rPr>
              <a:t>In the water cycle, condensation is the crucial process where water vapor in the atmosphere cools, transforms into liquid water droplets, and forms clouds. These clouds then release water back to Earth through precipitation (like rain or snow), a vital part of the continuous water circulation that sustains life.  </a:t>
            </a:r>
            <a:endParaRPr lang="en-US" dirty="0"/>
          </a:p>
        </p:txBody>
      </p:sp>
    </p:spTree>
    <p:extLst>
      <p:ext uri="{BB962C8B-B14F-4D97-AF65-F5344CB8AC3E}">
        <p14:creationId xmlns:p14="http://schemas.microsoft.com/office/powerpoint/2010/main" val="196076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3EBC-FA65-1B90-C617-B782FACF5CF6}"/>
              </a:ext>
            </a:extLst>
          </p:cNvPr>
          <p:cNvSpPr>
            <a:spLocks noGrp="1"/>
          </p:cNvSpPr>
          <p:nvPr>
            <p:ph type="title"/>
          </p:nvPr>
        </p:nvSpPr>
        <p:spPr/>
        <p:txBody>
          <a:bodyPr/>
          <a:lstStyle/>
          <a:p>
            <a:r>
              <a:rPr lang="en-US" dirty="0"/>
              <a:t>condensation</a:t>
            </a:r>
          </a:p>
        </p:txBody>
      </p:sp>
      <p:pic>
        <p:nvPicPr>
          <p:cNvPr id="5122" name="Picture 2" descr="Water Cycle – Gallium STEM">
            <a:extLst>
              <a:ext uri="{FF2B5EF4-FFF2-40B4-BE49-F238E27FC236}">
                <a16:creationId xmlns:a16="http://schemas.microsoft.com/office/drawing/2014/main" id="{545A367A-812C-71D8-A3DF-16E0D524A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470" y="1529602"/>
            <a:ext cx="7104529" cy="5328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060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147</Words>
  <Application>Microsoft Macintosh PowerPoint</Application>
  <PresentationFormat>Widescreen</PresentationFormat>
  <Paragraphs>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Google Sans</vt:lpstr>
      <vt:lpstr>Aptos</vt:lpstr>
      <vt:lpstr>Aptos Display</vt:lpstr>
      <vt:lpstr>Arial</vt:lpstr>
      <vt:lpstr>Office Theme</vt:lpstr>
      <vt:lpstr>*Second water cycle</vt:lpstr>
      <vt:lpstr>PowerPoint Presentation</vt:lpstr>
      <vt:lpstr>1st step in the water cycle</vt:lpstr>
      <vt:lpstr>Evaporation is the process that drives the first stage of the water cycle, transforming liquid water from the Earth's surface into a gas (water vapor) that rises into the atmosphere. It is powered by energy from the sun, which heats water in large bodies of water like oceans, lakes, and rivers. </vt:lpstr>
      <vt:lpstr>3rd step in the water cycle</vt:lpstr>
      <vt:lpstr>condensation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Irene Ha</dc:creator>
  <cp:lastModifiedBy>Irene Ha</cp:lastModifiedBy>
  <cp:revision>2</cp:revision>
  <dcterms:created xsi:type="dcterms:W3CDTF">2025-09-18T19:16:29Z</dcterms:created>
  <dcterms:modified xsi:type="dcterms:W3CDTF">2025-09-18T20:10:09Z</dcterms:modified>
</cp:coreProperties>
</file>