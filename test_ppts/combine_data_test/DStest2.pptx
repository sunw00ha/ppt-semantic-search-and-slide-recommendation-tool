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56"/>
    <p:restoredTop sz="94658"/>
  </p:normalViewPr>
  <p:slideViewPr>
    <p:cSldViewPr snapToGrid="0">
      <p:cViewPr varScale="1">
        <p:scale>
          <a:sx n="109" d="100"/>
          <a:sy n="109" d="100"/>
        </p:scale>
        <p:origin x="20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65EB6-B09E-6856-6D28-0AC0342CA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B47B7-D3CC-532C-D968-B28A7D5C8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BD5A8-7EBC-AA6D-4BE5-CF060C63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8AA6D-14F9-297A-D8F1-CE0F6E079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1DDA9-0781-6C2E-37D1-504341C6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3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9FFE-E03A-2384-F218-55C33517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7EE0-0771-4885-BFC8-BE1A42978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AE594-320B-74E6-FDCF-0DEB343FD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44EC6-5F76-4572-3762-8B351035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36B67-892A-119C-A393-07116D1A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7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EDE3-F701-77DE-7452-D1EF26BE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52A18-B886-1DA5-5B32-197AA0145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02EF1-5EE0-4F98-1558-ADF4E8B67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C4119-D3DC-E061-DB49-82B5658C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28E28-08AC-A269-A6FB-667A932D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05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EEE5-DB33-FD47-1BDD-401F2DAB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EDCEE-AA6D-8CC3-A981-196259F7A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B479E-BF9C-B442-B5F3-57244593B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05457-05D4-BB67-0806-A65CD1AF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D4FCD-D8A0-80D4-B842-D37F43248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53778-2623-9B24-27A4-6C94531B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8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1B08-C095-4D6A-9E72-2E58DB8E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8B107-B9B2-8A07-A299-D25B6D0E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4E121-4B94-CD42-3083-9598157E3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241726-901A-786D-AF14-716CC7104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A6B02-15BE-7A98-6E32-35F12A8FC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41281D-9921-6BD3-7733-906A9642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09A00-8A91-3003-2910-5C1AB677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05E1B-A0E5-725B-BFB8-E9417E11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72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28C6-A07F-5CB6-C7AA-B324CC09E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BE822-FF44-9761-0BA5-059268D28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C95EF-2458-668C-B7F8-D11F2E94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1EF98-809E-1075-EB52-11A90B85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98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7EE67-F9F8-249A-7244-E762DF75D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4EE9F-9E2E-F115-D282-B2FAF59E3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84F97-867C-6444-A693-D3333B8F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02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4185F-E91A-2F4E-BD76-09B4E7E1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1AEA6-1780-A2E6-287D-09913B2F7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87C7C-F041-386E-05B7-E8821E706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AB20D-1624-6FB0-C63E-B31F9E9D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5E9D4-81F7-4FDF-5F72-4CC6D07C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53209-EAB8-4D01-7FF4-D49C7C55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49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5D5E-D207-550A-216D-2F44429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7153B-22CA-4566-322D-310483F88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E4B38-576F-BC92-58BF-B64C8FDB4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D89E8-998C-2DD8-592A-5DC9B63D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07903-FC08-71EB-FE91-963C52D9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3DF9B-2713-587F-C46B-46ADDC632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4E91-89C7-AA4F-E58B-A294782D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D3C40-AFA8-E215-EFB9-4D157FF6C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E2280-AD82-D274-F8A7-15697903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BEA9C-7C88-2B18-A4C4-5EDFC36A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C1636-EAC0-B5BB-27C3-0E27EAB3A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8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B64F3C-85BB-FEAB-373C-C6650983A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AFC3F-2CD0-2218-B3E3-D0E65081B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5D0C0-BA93-1F39-1EE8-8453AD4D6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97B7-7DDF-B38A-B4BA-D8921F594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55CFD-05A0-218E-7F8C-82F51C1B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4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810A5-73CD-2D45-8C0E-B76588D2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B0C81-D0A9-A361-B7F9-A0F721A20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C2607-70C9-83AA-1E3C-71C712E02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152BA-378B-364E-B5EF-2376D41BA59E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B6431-B20A-4255-B12D-D801D8F63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209B1-FF31-A69B-3D03-AAA3B5C10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50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35A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data structure&#10;&#10;AI-generated content may be incorrect.">
            <a:extLst>
              <a:ext uri="{FF2B5EF4-FFF2-40B4-BE49-F238E27FC236}">
                <a16:creationId xmlns:a16="http://schemas.microsoft.com/office/drawing/2014/main" id="{54B525D5-FD20-18E5-421D-7092FC34E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66" y="643467"/>
            <a:ext cx="752846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basic algorithm&#10;&#10;AI-generated content may be incorrect.">
            <a:extLst>
              <a:ext uri="{FF2B5EF4-FFF2-40B4-BE49-F238E27FC236}">
                <a16:creationId xmlns:a16="http://schemas.microsoft.com/office/drawing/2014/main" id="{798AE5D4-B00D-1906-9126-94829A6198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39"/>
          <a:stretch>
            <a:fillRect/>
          </a:stretch>
        </p:blipFill>
        <p:spPr>
          <a:xfrm>
            <a:off x="5706732" y="3223846"/>
            <a:ext cx="6028067" cy="31769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342C86-0A80-80D7-BBBA-D10996C74EFE}"/>
              </a:ext>
            </a:extLst>
          </p:cNvPr>
          <p:cNvSpPr txBox="1"/>
          <p:nvPr/>
        </p:nvSpPr>
        <p:spPr>
          <a:xfrm>
            <a:off x="596205" y="2778370"/>
            <a:ext cx="39741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Represent an Linear Array in memory: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  The elements of an linear array are stored in consecutive order as shown in this image. </a:t>
            </a:r>
          </a:p>
        </p:txBody>
      </p:sp>
    </p:spTree>
    <p:extLst>
      <p:ext uri="{BB962C8B-B14F-4D97-AF65-F5344CB8AC3E}">
        <p14:creationId xmlns:p14="http://schemas.microsoft.com/office/powerpoint/2010/main" val="1094096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6D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numbers and a number&#10;&#10;AI-generated content may be incorrect.">
            <a:extLst>
              <a:ext uri="{FF2B5EF4-FFF2-40B4-BE49-F238E27FC236}">
                <a16:creationId xmlns:a16="http://schemas.microsoft.com/office/drawing/2014/main" id="{D7A05106-E34D-38C0-EB2C-1731C7C94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035" y="857679"/>
            <a:ext cx="5129784" cy="514264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AF8DAE-5E80-EC20-1653-3DB0EDA80014}"/>
              </a:ext>
            </a:extLst>
          </p:cNvPr>
          <p:cNvSpPr txBox="1"/>
          <p:nvPr/>
        </p:nvSpPr>
        <p:spPr>
          <a:xfrm>
            <a:off x="996463" y="973602"/>
            <a:ext cx="3481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Binary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3324E-EBD9-353F-6872-7E819FB46AC2}"/>
              </a:ext>
            </a:extLst>
          </p:cNvPr>
          <p:cNvSpPr txBox="1"/>
          <p:nvPr/>
        </p:nvSpPr>
        <p:spPr>
          <a:xfrm>
            <a:off x="996463" y="1453662"/>
            <a:ext cx="46306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Binary search is an efficient algorithm used to find a specific target element within a sorted array or list. It operates by repeatedly dividing the search interval in half. </a:t>
            </a:r>
          </a:p>
          <a:p>
            <a:endParaRPr lang="en-US" dirty="0"/>
          </a:p>
          <a:p>
            <a:r>
              <a:rPr lang="en-US" sz="1200" dirty="0"/>
              <a:t>How does it work:</a:t>
            </a:r>
            <a:br>
              <a:rPr lang="en-US" sz="1200" dirty="0"/>
            </a:br>
            <a:r>
              <a:rPr lang="en-US" sz="1200" dirty="0"/>
              <a:t>- The algorithm starts by defining a search interval using two pointers, low (pointing to the beginning of the array) and high (pointing to the end of the array).</a:t>
            </a:r>
          </a:p>
          <a:p>
            <a:r>
              <a:rPr lang="en-US" sz="1200" dirty="0"/>
              <a:t>- It calculates the middle index within the current search interval.</a:t>
            </a:r>
          </a:p>
          <a:p>
            <a:pPr fontAlgn="ctr"/>
            <a:r>
              <a:rPr lang="en-US" sz="1200" dirty="0"/>
              <a:t>- The value at the middle index is compared with the target value:</a:t>
            </a:r>
          </a:p>
          <a:p>
            <a:pPr fontAlgn="ctr"/>
            <a:r>
              <a:rPr lang="en-US" sz="1200" dirty="0"/>
              <a:t>1) If the middle element is equal to the target, the search is successful, and the index of the element is returned.</a:t>
            </a:r>
          </a:p>
          <a:p>
            <a:r>
              <a:rPr lang="en-US" sz="1200" dirty="0"/>
              <a:t>2) If the target value is less than the middle element, the search continues in the left half of the array (by updating high to mid - 1)</a:t>
            </a:r>
          </a:p>
          <a:p>
            <a:r>
              <a:rPr lang="en-US" sz="1200" dirty="0"/>
              <a:t>3) If the target value is greater than the middle element, the search continues in the right half of the array (by updating low to mid + 1)</a:t>
            </a:r>
          </a:p>
        </p:txBody>
      </p:sp>
    </p:spTree>
    <p:extLst>
      <p:ext uri="{BB962C8B-B14F-4D97-AF65-F5344CB8AC3E}">
        <p14:creationId xmlns:p14="http://schemas.microsoft.com/office/powerpoint/2010/main" val="278361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1AE3-B10F-BECE-C372-5FECAFF52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Types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C56A7-41AA-AEC1-C94A-57E5F1CCAFA8}"/>
              </a:ext>
            </a:extLst>
          </p:cNvPr>
          <p:cNvSpPr txBox="1"/>
          <p:nvPr/>
        </p:nvSpPr>
        <p:spPr>
          <a:xfrm>
            <a:off x="926123" y="1570892"/>
            <a:ext cx="941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Arrays can be single dimensional, two dimensional, or multi dimensional.</a:t>
            </a:r>
          </a:p>
        </p:txBody>
      </p:sp>
    </p:spTree>
    <p:extLst>
      <p:ext uri="{BB962C8B-B14F-4D97-AF65-F5344CB8AC3E}">
        <p14:creationId xmlns:p14="http://schemas.microsoft.com/office/powerpoint/2010/main" val="3664948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1BE6-472F-9A6B-688B-3F14528F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00CB7-2952-46EB-84DA-055517D19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EF018-F306-A696-949E-C429BD92E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04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229</Words>
  <Application>Microsoft Macintosh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Array Types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Irene Ha</dc:creator>
  <cp:lastModifiedBy>Irene Ha</cp:lastModifiedBy>
  <cp:revision>3</cp:revision>
  <dcterms:created xsi:type="dcterms:W3CDTF">2025-07-30T23:53:20Z</dcterms:created>
  <dcterms:modified xsi:type="dcterms:W3CDTF">2025-10-12T17:19:39Z</dcterms:modified>
</cp:coreProperties>
</file>