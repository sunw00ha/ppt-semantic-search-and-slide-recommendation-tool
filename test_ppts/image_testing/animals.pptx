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D702-ACE9-E8DA-54D4-D81BEC7E1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36049-172B-113D-5FAC-601EF321C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6D44B-1D44-E618-85EF-D5D4A90C6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1A62-16B2-5D4B-919D-0D1907D4B548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AD0B6-AE80-2A74-58AA-9179DE1F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4BF8C-661B-CBD9-B5C0-276845EF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2B2E7-D44B-684F-AB33-3287B77D6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84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A1F90-A3EB-8151-DA57-0778DB759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E392B-6088-3F6B-E7C3-557DD4D0E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40C61-F903-AD34-00ED-79897ED4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1A62-16B2-5D4B-919D-0D1907D4B548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C209F-6690-AC4B-6F91-E93737AC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ADED5-4E19-4DD7-AD9B-55B7D0F2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2B2E7-D44B-684F-AB33-3287B77D6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55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A117B-FF60-4295-3849-5D1C3871E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8981C-2F91-5356-AC2E-4A9E44135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60557-AF28-ACE1-17DD-F9CBE10FE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1A62-16B2-5D4B-919D-0D1907D4B548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36808-9604-C4E3-6E37-296562859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BB0D0-7012-49F6-BAE2-BD4DEF7A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2B2E7-D44B-684F-AB33-3287B77D6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88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7003-C96C-5779-914B-7897D5A8D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8B509-977E-7FEA-B427-8DF27C71F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2A747-19FA-0F6A-238B-1718B6D94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EE9A2-E2D7-226D-7E20-637AC67E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1A62-16B2-5D4B-919D-0D1907D4B548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1FFC8-17AD-BE4E-245F-1F3F1CA3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76BC1-3209-EC71-DD9D-501F260C7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2B2E7-D44B-684F-AB33-3287B77D6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8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734DD-43F7-AEF9-4846-FE5DDA5D0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6F0A9-10CA-8074-BEDD-D691ECBA3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F14AA-811E-3B1C-1459-C399FE3EF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B26844-9E5C-6C66-646D-8E4D73360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C148AC-2713-DF5B-D6FD-919E7D0ED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B659B-5CEA-FD60-B143-3CD97E08B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1A62-16B2-5D4B-919D-0D1907D4B548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8E564D-5726-E403-13D8-E3AC75FA7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82D780-C8BE-132F-30B8-371845F0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2B2E7-D44B-684F-AB33-3287B77D6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79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DEB36-E04B-96A2-D151-28F24F4A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896AC-49F7-CC90-1AB2-8E4D13D6F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1A62-16B2-5D4B-919D-0D1907D4B548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91A86-EA92-FCBB-CCF5-81E4396F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C84EB-08F0-2890-13E1-8D0775F8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2B2E7-D44B-684F-AB33-3287B77D6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97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FA4B9D-CA77-45A9-2E48-F4C0C305C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1A62-16B2-5D4B-919D-0D1907D4B548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4E1364-7FBD-2E24-B3E1-BC4A0684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53251-90B5-2B2D-0C2C-D8597DECF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2B2E7-D44B-684F-AB33-3287B77D6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3E5C4-C0DA-57AE-CF13-3F3DA8AC5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753A2-EA08-63BD-533E-FA2DE3359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55598-F772-DD8B-028E-6ED2621BC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F53F0-6E41-DFDB-03CB-FA88ECF5E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1A62-16B2-5D4B-919D-0D1907D4B548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8C8ED-6790-E341-D68C-E44411CCD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6F29A-EAD0-9754-3D6C-EE00320D5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2B2E7-D44B-684F-AB33-3287B77D6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82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113D4-7BD2-3B4F-31E3-7978A072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0ADEA0-B702-68BC-A86A-E8505CF44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3A1F4-98CC-E17F-4D22-F21EE9341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79D8E-4276-AC87-69B1-22EB666D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1A62-16B2-5D4B-919D-0D1907D4B548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6991F-87CA-4DF6-0532-5D71549BD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70B4D-237D-593E-8F80-4121ED0C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2B2E7-D44B-684F-AB33-3287B77D6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0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C5AC-B462-D4C8-D42A-E738E552C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96CF1-9B5F-4814-C4CC-B2C73029E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555EC-3B5D-89A5-430F-01A948A0B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1A62-16B2-5D4B-919D-0D1907D4B548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08DB3-424F-1E98-C468-F5A90039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38D5C-335B-BD31-3072-CC1A553F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2B2E7-D44B-684F-AB33-3287B77D6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41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8DC7DE-AF25-0721-9421-BAD8A70100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004BA-CC3C-5574-9258-3C55489BD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8F701-91DA-E069-B519-20D61C3A1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1A62-16B2-5D4B-919D-0D1907D4B548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5D837-2DDE-92A6-CD75-DA98C458A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AB384-CF34-B88A-5DE4-AA43C5A3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2B2E7-D44B-684F-AB33-3287B77D6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03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AFF252-16DF-2EB0-2017-5C4235192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214FA-1608-880F-D20A-AAC61ABD4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48D05-1C6B-FD41-F74A-91BA77E1BE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21A62-16B2-5D4B-919D-0D1907D4B548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EBE45-C6E8-149E-3A74-5B08844DC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2E66-A330-7F61-3346-BA92FE61F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D2B2E7-D44B-684F-AB33-3287B77D6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9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y is your puppy not eating? | Royal ...">
            <a:extLst>
              <a:ext uri="{FF2B5EF4-FFF2-40B4-BE49-F238E27FC236}">
                <a16:creationId xmlns:a16="http://schemas.microsoft.com/office/drawing/2014/main" id="{7CBD719E-B9C6-A0D6-F2A3-E5C7F98E8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416" y="1739153"/>
            <a:ext cx="6035168" cy="3379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704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's so special about orange cats? Turns out they're freaks of nature |  CNN">
            <a:extLst>
              <a:ext uri="{FF2B5EF4-FFF2-40B4-BE49-F238E27FC236}">
                <a16:creationId xmlns:a16="http://schemas.microsoft.com/office/drawing/2014/main" id="{0C9B35AD-BE38-1169-341F-4065CF8D8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51" y="363071"/>
            <a:ext cx="5710237" cy="321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ational Black Cat Day: Here are five facts to know about our black feline  friends | CNN">
            <a:extLst>
              <a:ext uri="{FF2B5EF4-FFF2-40B4-BE49-F238E27FC236}">
                <a16:creationId xmlns:a16="http://schemas.microsoft.com/office/drawing/2014/main" id="{B7C3B5E2-916E-41B1-3112-20A293657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573" y="3577172"/>
            <a:ext cx="5325458" cy="299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3068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 Guide To Horse Breeds">
            <a:extLst>
              <a:ext uri="{FF2B5EF4-FFF2-40B4-BE49-F238E27FC236}">
                <a16:creationId xmlns:a16="http://schemas.microsoft.com/office/drawing/2014/main" id="{C7D1A46E-5CE3-E12C-24CE-C0CEE2B79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779" y="1079500"/>
            <a:ext cx="5920441" cy="4228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11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73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9CBA-2B59-78DA-994A-0CE8D642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Idk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995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Application>Microsoft Macintosh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Idk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Irene Ha</dc:creator>
  <cp:lastModifiedBy>Irene Ha</cp:lastModifiedBy>
  <cp:revision>1</cp:revision>
  <dcterms:created xsi:type="dcterms:W3CDTF">2025-07-30T23:01:57Z</dcterms:created>
  <dcterms:modified xsi:type="dcterms:W3CDTF">2025-07-30T23:04:25Z</dcterms:modified>
</cp:coreProperties>
</file>