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58"/>
  </p:normalViewPr>
  <p:slideViewPr>
    <p:cSldViewPr snapToGrid="0">
      <p:cViewPr varScale="1">
        <p:scale>
          <a:sx n="120" d="100"/>
          <a:sy n="120" d="100"/>
        </p:scale>
        <p:origin x="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B1AEE-44EF-5328-6039-6FEC2B3BF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71C04-EC57-730C-83EA-2AF86F4D1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94878-7949-0F38-C142-2B9FD286C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D632-E496-444F-8575-14CA3070FC1A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66522-048D-5514-C2DE-36603DE7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98903-3CAB-63A4-E8AE-4467689B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94F1-4A42-954A-B966-7AC5ECA5D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58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569E-391B-06FB-C05A-01C8D89E8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724B6-6DD2-7113-5984-B788FF043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3370F-5B0E-3E52-B46A-368B1215C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D632-E496-444F-8575-14CA3070FC1A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6203B-C753-5401-5F07-4593CC783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79695-D7C2-7BF8-BEFA-D7628B51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94F1-4A42-954A-B966-7AC5ECA5D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31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1F5CA-E0D0-48B8-F37F-0C87D80AD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1870E-FE02-8530-6B38-0B8E3D583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4D333-3CC7-965C-1477-2D60549FF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D632-E496-444F-8575-14CA3070FC1A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7001C-857E-5568-E84D-61AF0A79B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70C9F-D5AD-91D6-4EE5-EE733168B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94F1-4A42-954A-B966-7AC5ECA5D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22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37463-C986-7CC1-6158-EF80B6B3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2CC02-C32B-7C49-F5F1-15E058A88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2003A-CA5F-7E2C-D42C-0C948DD94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473CC-E11A-F40C-A892-F6124F10F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D632-E496-444F-8575-14CA3070FC1A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236EC-CD66-2E85-1719-46617B09C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1075-DD95-E7A7-5B90-3097F68E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94F1-4A42-954A-B966-7AC5ECA5D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61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16D16-8165-DD62-0BDD-5C0184E73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2479A-7154-9A9F-ECB5-2CC4E3EB8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31120-640D-5947-B85B-6B3F92338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441519-9C01-C2FC-CBCD-6E28B5AAEC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DB7B63-8E0A-023E-1F80-AAF2648175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836972-DADD-317B-29B2-00183E5B5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D632-E496-444F-8575-14CA3070FC1A}" type="datetimeFigureOut">
              <a:rPr lang="en-US" smtClean="0"/>
              <a:t>8/21/25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18CBA6-D25B-D35A-9E38-ABB7C88F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B364E7-EF2B-C1CD-4067-AE7D712CE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94F1-4A42-954A-B966-7AC5ECA5D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48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4E546-9081-E2A9-B8D2-B7E8ABF4C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9E301D-D733-F293-C11C-39562A0C3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D632-E496-444F-8575-14CA3070FC1A}" type="datetimeFigureOut">
              <a:rPr lang="en-US" smtClean="0"/>
              <a:t>8/21/25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6FF28-908A-D6E7-D3A1-95B8C2BB9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416D6-794D-0EA4-B1B0-722D4623B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94F1-4A42-954A-B966-7AC5ECA5D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24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6DFF2D-CE40-AC9D-9AAD-909F6D24E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D632-E496-444F-8575-14CA3070FC1A}" type="datetimeFigureOut">
              <a:rPr lang="en-US" smtClean="0"/>
              <a:t>8/21/25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4F0885-90A0-69C8-A395-2C9FED10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43C04-875F-2836-3638-A16529FA7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94F1-4A42-954A-B966-7AC5ECA5D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30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C0390-BAEB-60AB-97B9-AC5B005C3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66197-5E07-B7D7-371B-3D4FC262D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7747D-AFB4-2FF8-88BD-142B83685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768A3-0045-85F1-9AFD-5C8ABAAD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D632-E496-444F-8575-14CA3070FC1A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5773F-A08F-B949-DEB5-C4D139E8A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8AF15-2FB6-9CB5-F02E-F21F033E3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94F1-4A42-954A-B966-7AC5ECA5D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49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1B944-4C54-26D6-9A75-96AB6017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87AD94-8842-FA3F-91E3-C0739F7550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BAC2F-FDA8-CCD0-3EC2-6F28F27AA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3872B-B50A-9583-FA25-F6AB8E4C9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D632-E496-444F-8575-14CA3070FC1A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E7332-8D90-3C91-3F9B-54256D2DA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B96B8-2972-7591-11F7-F4E3940D5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94F1-4A42-954A-B966-7AC5ECA5D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843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E1DC9-91F4-2B55-A012-6FA34AEA3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FE8B3E-13B8-9366-FB56-603052BFB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5385A-24D4-E3FD-F6D5-42F5F2657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D632-E496-444F-8575-14CA3070FC1A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5CBA6-23CC-EFBE-10E3-C836EB598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C8860-CB65-9A41-077B-5B5371AA4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94F1-4A42-954A-B966-7AC5ECA5D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139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4CB1A0-7A5E-D2E2-1C4F-3125DC5FA7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68439-4D4D-DE46-819B-4B4183DC4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CFB88-639B-7F60-D800-CC144F0C7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BD632-E496-444F-8575-14CA3070FC1A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211CF-42C7-588A-BC02-206B8BD3A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C96A8-5DD3-BB29-8910-327E4326E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B94F1-4A42-954A-B966-7AC5ECA5D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DF2443-1DBE-DC00-77AD-F53A48835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264D6-D88A-1492-B301-E72EE97D2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41FAB-F099-04A0-9EA4-7B139FD590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BD632-E496-444F-8575-14CA3070FC1A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C4B34-255E-6100-9D07-9CA0B0F74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33541-3212-44C1-207F-74CE463C2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B94F1-4A42-954A-B966-7AC5ECA5D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79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Newton's Cradles Work | HowStuffWorks">
            <a:extLst>
              <a:ext uri="{FF2B5EF4-FFF2-40B4-BE49-F238E27FC236}">
                <a16:creationId xmlns:a16="http://schemas.microsoft.com/office/drawing/2014/main" id="{3DE0CEBC-4299-84B0-5238-D058BA240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228" y="1520628"/>
            <a:ext cx="5735544" cy="3816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C7578F-E169-AA64-47DA-5A2B4C4E5279}"/>
              </a:ext>
            </a:extLst>
          </p:cNvPr>
          <p:cNvSpPr txBox="1"/>
          <p:nvPr/>
        </p:nvSpPr>
        <p:spPr>
          <a:xfrm>
            <a:off x="3306726" y="467833"/>
            <a:ext cx="393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Newtons cradle… </a:t>
            </a:r>
          </a:p>
        </p:txBody>
      </p:sp>
    </p:spTree>
    <p:extLst>
      <p:ext uri="{BB962C8B-B14F-4D97-AF65-F5344CB8AC3E}">
        <p14:creationId xmlns:p14="http://schemas.microsoft.com/office/powerpoint/2010/main" val="1202720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3DC2F-B14A-5027-C3BB-F00D826A9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agram of the Water Cycle | NASA Global Precipitation ...">
            <a:extLst>
              <a:ext uri="{FF2B5EF4-FFF2-40B4-BE49-F238E27FC236}">
                <a16:creationId xmlns:a16="http://schemas.microsoft.com/office/drawing/2014/main" id="{222C6FA6-AB80-3079-4FCE-1C304284B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9563"/>
            <a:ext cx="12192000" cy="623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822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BE175-F1DA-5A82-8632-5B199F8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ift Box Brown Transparent Clip Art ...">
            <a:extLst>
              <a:ext uri="{FF2B5EF4-FFF2-40B4-BE49-F238E27FC236}">
                <a16:creationId xmlns:a16="http://schemas.microsoft.com/office/drawing/2014/main" id="{7F5AE420-2D1C-F3E0-3871-B3F2EB777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529" y="762747"/>
            <a:ext cx="2641600" cy="307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oxes for Packing, Shipping &amp; Moving ...">
            <a:extLst>
              <a:ext uri="{FF2B5EF4-FFF2-40B4-BE49-F238E27FC236}">
                <a16:creationId xmlns:a16="http://schemas.microsoft.com/office/drawing/2014/main" id="{1E978286-6641-2C87-6346-3F81DCB8A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311" y="2978897"/>
            <a:ext cx="3530600" cy="229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44B5EF-CCBF-4321-D1D5-586C935B2CD8}"/>
              </a:ext>
            </a:extLst>
          </p:cNvPr>
          <p:cNvSpPr txBox="1"/>
          <p:nvPr/>
        </p:nvSpPr>
        <p:spPr>
          <a:xfrm>
            <a:off x="6096000" y="552893"/>
            <a:ext cx="50575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 different boxes: one is an present box and one is an </a:t>
            </a:r>
            <a:r>
              <a:rPr lang="en-US" dirty="0" err="1"/>
              <a:t>fedex</a:t>
            </a:r>
            <a:r>
              <a:rPr lang="en-US" dirty="0"/>
              <a:t> package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73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</Words>
  <Application>Microsoft Macintosh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Irene Ha</dc:creator>
  <cp:lastModifiedBy>Irene Ha</cp:lastModifiedBy>
  <cp:revision>3</cp:revision>
  <dcterms:created xsi:type="dcterms:W3CDTF">2025-07-30T23:11:33Z</dcterms:created>
  <dcterms:modified xsi:type="dcterms:W3CDTF">2025-08-21T21:11:33Z</dcterms:modified>
</cp:coreProperties>
</file>