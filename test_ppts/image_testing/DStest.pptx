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965"/>
    <p:restoredTop sz="94658"/>
  </p:normalViewPr>
  <p:slideViewPr>
    <p:cSldViewPr snapToGrid="0">
      <p:cViewPr varScale="1">
        <p:scale>
          <a:sx n="69" d="100"/>
          <a:sy n="69" d="100"/>
        </p:scale>
        <p:origin x="224" y="1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65EB6-B09E-6856-6D28-0AC0342CA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B47B7-D3CC-532C-D968-B28A7D5C8F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BD5A8-7EBC-AA6D-4BE5-CF060C63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8AA6D-14F9-297A-D8F1-CE0F6E079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1DDA9-0781-6C2E-37D1-504341C6D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3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69FFE-E03A-2384-F218-55C33517C0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77EE0-0771-4885-BFC8-BE1A42978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AE594-320B-74E6-FDCF-0DEB343FD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44EC6-5F76-4572-3762-8B3510355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36B67-892A-119C-A393-07116D1A2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478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DEDE3-F701-77DE-7452-D1EF26BE3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52A18-B886-1DA5-5B32-197AA0145F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02EF1-5EE0-4F98-1558-ADF4E8B67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7C4119-D3DC-E061-DB49-82B5658CE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28E28-08AC-A269-A6FB-667A932D6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0405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2EEE5-DB33-FD47-1BDD-401F2DABD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AEDCEE-AA6D-8CC3-A981-196259F7AB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6B479E-BF9C-B442-B5F3-57244593B9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05457-05D4-BB67-0806-A65CD1AF52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D4FCD-D8A0-80D4-B842-D37F4324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53778-2623-9B24-27A4-6C94531B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98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41B08-C095-4D6A-9E72-2E58DB8ED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8B107-B9B2-8A07-A299-D25B6D0EF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74E121-4B94-CD42-3083-9598157E3F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241726-901A-786D-AF14-716CC7104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6A6B02-15BE-7A98-6E32-35F12A8FC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1281D-9921-6BD3-7733-906A96425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A09A00-8A91-3003-2910-5C1AB677E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C05E1B-A0E5-725B-BFB8-E9417E119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272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8128C6-A07F-5CB6-C7AA-B324CC09E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2BE822-FF44-9761-0BA5-059268D28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DC95EF-2458-668C-B7F8-D11F2E941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41EF98-809E-1075-EB52-11A90B85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598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47EE67-F9F8-249A-7244-E762DF75D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4EE9F-9E2E-F115-D282-B2FAF59E3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684F97-867C-6444-A693-D3333B8F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302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4185F-E91A-2F4E-BD76-09B4E7E10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1AEA6-1780-A2E6-287D-09913B2F73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87C7C-F041-386E-05B7-E8821E7068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0AB20D-1624-6FB0-C63E-B31F9E9DE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5E9D4-81F7-4FDF-5F72-4CC6D07C0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253209-EAB8-4D01-7FF4-D49C7C55E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249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D5D5E-D207-550A-216D-2F44429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7153B-22CA-4566-322D-310483F88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CE4B38-576F-BC92-58BF-B64C8FDB42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4D89E8-998C-2DD8-592A-5DC9B63D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07903-FC08-71EB-FE91-963C52D976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3DF9B-2713-587F-C46B-46ADDC632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583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54E91-89C7-AA4F-E58B-A294782D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1D3C40-AFA8-E215-EFB9-4D157FF6C2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6E2280-AD82-D274-F8A7-156979030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BEA9C-7C88-2B18-A4C4-5EDFC36AF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C1636-EAC0-B5BB-27C3-0E27EAB3A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48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B64F3C-85BB-FEAB-373C-C6650983A1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5AFC3F-2CD0-2218-B3E3-D0E65081BD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5D0C0-BA93-1F39-1EE8-8453AD4D6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E97B7-7DDF-B38A-B4BA-D8921F594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55CFD-05A0-218E-7F8C-82F51C1BF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46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C810A5-73CD-2D45-8C0E-B76588D24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2B0C81-D0A9-A361-B7F9-A0F721A20F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C2607-70C9-83AA-1E3C-71C712E02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152BA-378B-364E-B5EF-2376D41BA59E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B6431-B20A-4255-B12D-D801D8F635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209B1-FF31-A69B-3D03-AAA3B5C106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948E36-558F-6B48-873F-55B11CAA7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50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35A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diagram of data structure&#10;&#10;AI-generated content may be incorrect.">
            <a:extLst>
              <a:ext uri="{FF2B5EF4-FFF2-40B4-BE49-F238E27FC236}">
                <a16:creationId xmlns:a16="http://schemas.microsoft.com/office/drawing/2014/main" id="{54B525D5-FD20-18E5-421D-7092FC34E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66" y="643467"/>
            <a:ext cx="752846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037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a basic algorithm&#10;&#10;AI-generated content may be incorrect.">
            <a:extLst>
              <a:ext uri="{FF2B5EF4-FFF2-40B4-BE49-F238E27FC236}">
                <a16:creationId xmlns:a16="http://schemas.microsoft.com/office/drawing/2014/main" id="{798AE5D4-B00D-1906-9126-94829A6198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539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096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F9CFCE6-877F-4858-B8BD-2C52CA8AFB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6D6DB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213F8A0-12AE-4514-8372-0DD766EC2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56866" y="480060"/>
            <a:ext cx="5458122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diagram of numbers and a number&#10;&#10;AI-generated content may be incorrect.">
            <a:extLst>
              <a:ext uri="{FF2B5EF4-FFF2-40B4-BE49-F238E27FC236}">
                <a16:creationId xmlns:a16="http://schemas.microsoft.com/office/drawing/2014/main" id="{D7A05106-E34D-38C0-EB2C-1731C7C94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1035" y="857679"/>
            <a:ext cx="5129784" cy="514264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EFF17D4-9A8C-4CE5-B096-D8CCD4400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5458121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hand holding playing cards&#10;&#10;AI-generated content may be incorrect.">
            <a:extLst>
              <a:ext uri="{FF2B5EF4-FFF2-40B4-BE49-F238E27FC236}">
                <a16:creationId xmlns:a16="http://schemas.microsoft.com/office/drawing/2014/main" id="{942E58FA-68DA-6B2B-46AC-92FD36B02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180" y="1216781"/>
            <a:ext cx="5129784" cy="4424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61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Irene Ha</dc:creator>
  <cp:lastModifiedBy>Irene Ha</cp:lastModifiedBy>
  <cp:revision>1</cp:revision>
  <dcterms:created xsi:type="dcterms:W3CDTF">2025-07-30T23:53:20Z</dcterms:created>
  <dcterms:modified xsi:type="dcterms:W3CDTF">2025-07-30T23:54:28Z</dcterms:modified>
</cp:coreProperties>
</file>